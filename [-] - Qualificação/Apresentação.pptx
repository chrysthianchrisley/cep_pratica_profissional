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1" r:id="rId3"/>
    <p:sldId id="263" r:id="rId4"/>
    <p:sldId id="296" r:id="rId5"/>
    <p:sldId id="297" r:id="rId6"/>
    <p:sldId id="298" r:id="rId7"/>
  </p:sldIdLst>
  <p:sldSz cx="9144000" cy="5143500" type="screen16x9"/>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BB18A0A-FE30-41DA-88FD-825EC857A747}" styleName="">
    <a:wholeTbl>
      <a:tcStyle>
        <a:tcBdr>
          <a:left>
            <a:ln w="9528" cap="flat" cmpd="sng" algn="ctr">
              <a:solidFill>
                <a:srgbClr val="000000"/>
              </a:solidFill>
              <a:prstDash val="solid"/>
              <a:round/>
              <a:headEnd type="none" w="med" len="med"/>
              <a:tailEnd type="none" w="med" len="med"/>
            </a:ln>
          </a:left>
          <a:right>
            <a:ln w="9528" cap="flat" cmpd="sng" algn="ctr">
              <a:solidFill>
                <a:srgbClr val="000000"/>
              </a:solidFill>
              <a:prstDash val="solid"/>
              <a:round/>
              <a:headEnd type="none" w="med" len="med"/>
              <a:tailEnd type="none" w="med" len="med"/>
            </a:ln>
          </a:right>
          <a:top>
            <a:ln w="9528" cap="flat" cmpd="sng" algn="ctr">
              <a:solidFill>
                <a:srgbClr val="000000"/>
              </a:solidFill>
              <a:prstDash val="solid"/>
              <a:round/>
              <a:headEnd type="none" w="med" len="med"/>
              <a:tailEnd type="none" w="med" len="med"/>
            </a:ln>
          </a:top>
          <a:bottom>
            <a:ln w="9528" cap="flat" cmpd="sng" algn="ctr">
              <a:solidFill>
                <a:srgbClr val="000000"/>
              </a:solidFill>
              <a:prstDash val="solid"/>
              <a:round/>
              <a:headEnd type="none" w="med" len="med"/>
              <a:tailEnd type="none" w="med" len="med"/>
            </a:ln>
          </a:bottom>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3">
            <a:extLst>
              <a:ext uri="{FF2B5EF4-FFF2-40B4-BE49-F238E27FC236}">
                <a16:creationId xmlns:a16="http://schemas.microsoft.com/office/drawing/2014/main" id="{FA9AF4A0-70F1-733B-30ED-BB3EBAC105EA}"/>
              </a:ext>
            </a:extLst>
          </p:cNvPr>
          <p:cNvSpPr>
            <a:spLocks noGrp="1" noRot="1" noChangeAspect="1"/>
          </p:cNvSpPr>
          <p:nvPr>
            <p:ph type="sldImg" idx="2"/>
          </p:nvPr>
        </p:nvSpPr>
        <p:spPr>
          <a:xfrm>
            <a:off x="381176" y="685800"/>
            <a:ext cx="6096295" cy="3429000"/>
          </a:xfrm>
          <a:prstGeom prst="rect">
            <a:avLst/>
          </a:prstGeom>
          <a:noFill/>
          <a:ln w="9528" cap="flat">
            <a:solidFill>
              <a:srgbClr val="000000"/>
            </a:solidFill>
            <a:prstDash val="solid"/>
            <a:round/>
          </a:ln>
        </p:spPr>
      </p:sp>
      <p:sp>
        <p:nvSpPr>
          <p:cNvPr id="3" name="Shape 4">
            <a:extLst>
              <a:ext uri="{FF2B5EF4-FFF2-40B4-BE49-F238E27FC236}">
                <a16:creationId xmlns:a16="http://schemas.microsoft.com/office/drawing/2014/main" id="{8100F733-F4FA-643F-3F13-FCD0BB1AEB67}"/>
              </a:ext>
            </a:extLst>
          </p:cNvPr>
          <p:cNvSpPr txBox="1">
            <a:spLocks noGrp="1"/>
          </p:cNvSpPr>
          <p:nvPr>
            <p:ph type="body" sz="quarter" idx="3"/>
          </p:nvPr>
        </p:nvSpPr>
        <p:spPr>
          <a:xfrm>
            <a:off x="685800" y="4343400"/>
            <a:ext cx="5486400" cy="4114800"/>
          </a:xfrm>
          <a:prstGeom prst="rect">
            <a:avLst/>
          </a:prstGeom>
          <a:noFill/>
          <a:ln>
            <a:noFill/>
          </a:ln>
        </p:spPr>
        <p:txBody>
          <a:bodyPr vert="horz" wrap="square" lIns="91421" tIns="91421" rIns="91421" bIns="91421" anchor="t" anchorCtr="0" compatLnSpc="1">
            <a:noAutofit/>
          </a:bodyPr>
          <a:lstStyle/>
          <a:p>
            <a:pPr lvl="0"/>
            <a:endParaRPr lang="pt-BR"/>
          </a:p>
        </p:txBody>
      </p:sp>
    </p:spTree>
    <p:extLst>
      <p:ext uri="{BB962C8B-B14F-4D97-AF65-F5344CB8AC3E}">
        <p14:creationId xmlns:p14="http://schemas.microsoft.com/office/powerpoint/2010/main" val="3151735214"/>
      </p:ext>
    </p:extLst>
  </p:cSld>
  <p:clrMap bg1="lt1" tx1="dk1" bg2="lt2" tx2="dk2" accent1="accent1" accent2="accent2" accent3="accent3" accent4="accent4" accent5="accent5" accent6="accent6" hlink="hlink" folHlink="folHlink"/>
  <p:notesStyle>
    <a:lvl1pPr marL="0" marR="0" lvl="0" indent="0" algn="l" defTabSz="457200" rtl="0" fontAlgn="auto" hangingPunct="1">
      <a:lnSpc>
        <a:spcPct val="100000"/>
      </a:lnSpc>
      <a:spcBef>
        <a:spcPts val="0"/>
      </a:spcBef>
      <a:spcAft>
        <a:spcPts val="0"/>
      </a:spcAft>
      <a:buNone/>
      <a:tabLst/>
      <a:defRPr lang="pt-BR" sz="1100" b="0" i="0" u="none" strike="noStrike" kern="1200" cap="none" spc="0" baseline="0">
        <a:solidFill>
          <a:srgbClr val="000000"/>
        </a:solidFill>
        <a:uFillTx/>
        <a:latin typeface="Arial"/>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88">
            <a:extLst>
              <a:ext uri="{FF2B5EF4-FFF2-40B4-BE49-F238E27FC236}">
                <a16:creationId xmlns:a16="http://schemas.microsoft.com/office/drawing/2014/main" id="{811D4287-EBC8-F093-DD84-3AFAD28AB170}"/>
              </a:ext>
            </a:extLst>
          </p:cNvPr>
          <p:cNvSpPr>
            <a:spLocks noGrp="1" noRot="1" noChangeAspect="1"/>
          </p:cNvSpPr>
          <p:nvPr>
            <p:ph type="sldImg"/>
          </p:nvPr>
        </p:nvSpPr>
        <p:spPr>
          <a:xfrm>
            <a:off x="381003" y="685800"/>
            <a:ext cx="6096003" cy="3429000"/>
          </a:xfrm>
        </p:spPr>
      </p:sp>
      <p:sp>
        <p:nvSpPr>
          <p:cNvPr id="3" name="Shape 89">
            <a:extLst>
              <a:ext uri="{FF2B5EF4-FFF2-40B4-BE49-F238E27FC236}">
                <a16:creationId xmlns:a16="http://schemas.microsoft.com/office/drawing/2014/main" id="{28449C54-E5C6-DE3F-4AA1-9BCC27BCBA78}"/>
              </a:ext>
            </a:extLst>
          </p:cNvPr>
          <p:cNvSpPr txBox="1">
            <a:spLocks noGrp="1"/>
          </p:cNvSpPr>
          <p:nvPr>
            <p:ph type="body" sz="quarter" idx="1"/>
          </p:nvPr>
        </p:nvSpPr>
        <p:spPr/>
        <p:txBody>
          <a:bodyPr/>
          <a:lstStyle/>
          <a:p>
            <a:endParaRPr 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134">
            <a:extLst>
              <a:ext uri="{FF2B5EF4-FFF2-40B4-BE49-F238E27FC236}">
                <a16:creationId xmlns:a16="http://schemas.microsoft.com/office/drawing/2014/main" id="{B4E773B1-3618-1510-F2BC-BC09D275942F}"/>
              </a:ext>
            </a:extLst>
          </p:cNvPr>
          <p:cNvSpPr>
            <a:spLocks noGrp="1" noRot="1" noChangeAspect="1"/>
          </p:cNvSpPr>
          <p:nvPr>
            <p:ph type="sldImg"/>
          </p:nvPr>
        </p:nvSpPr>
        <p:spPr>
          <a:xfrm>
            <a:off x="381000" y="685800"/>
            <a:ext cx="6096000" cy="3429000"/>
          </a:xfrm>
        </p:spPr>
      </p:sp>
      <p:sp>
        <p:nvSpPr>
          <p:cNvPr id="3" name="Shape 135">
            <a:extLst>
              <a:ext uri="{FF2B5EF4-FFF2-40B4-BE49-F238E27FC236}">
                <a16:creationId xmlns:a16="http://schemas.microsoft.com/office/drawing/2014/main" id="{7CE4DDBB-111A-DDC2-AA17-4D9E9C891ADC}"/>
              </a:ext>
            </a:extLst>
          </p:cNvPr>
          <p:cNvSpPr txBox="1">
            <a:spLocks noGrp="1"/>
          </p:cNvSpPr>
          <p:nvPr>
            <p:ph type="body" sz="quarter" idx="1"/>
          </p:nvPr>
        </p:nvSpPr>
        <p:spPr/>
        <p:txBody>
          <a:bodyPr/>
          <a:lstStyle/>
          <a:p>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147">
            <a:extLst>
              <a:ext uri="{FF2B5EF4-FFF2-40B4-BE49-F238E27FC236}">
                <a16:creationId xmlns:a16="http://schemas.microsoft.com/office/drawing/2014/main" id="{D7FFEE96-A279-FAB3-E78C-87944E77751C}"/>
              </a:ext>
            </a:extLst>
          </p:cNvPr>
          <p:cNvSpPr>
            <a:spLocks noGrp="1" noRot="1" noChangeAspect="1"/>
          </p:cNvSpPr>
          <p:nvPr>
            <p:ph type="sldImg"/>
          </p:nvPr>
        </p:nvSpPr>
        <p:spPr>
          <a:xfrm>
            <a:off x="381000" y="685800"/>
            <a:ext cx="6096000" cy="3429000"/>
          </a:xfrm>
        </p:spPr>
      </p:sp>
      <p:sp>
        <p:nvSpPr>
          <p:cNvPr id="3" name="Shape 148">
            <a:extLst>
              <a:ext uri="{FF2B5EF4-FFF2-40B4-BE49-F238E27FC236}">
                <a16:creationId xmlns:a16="http://schemas.microsoft.com/office/drawing/2014/main" id="{3BADA41E-6C10-98E4-F809-8120F412E72B}"/>
              </a:ext>
            </a:extLst>
          </p:cNvPr>
          <p:cNvSpPr txBox="1">
            <a:spLocks noGrp="1"/>
          </p:cNvSpPr>
          <p:nvPr>
            <p:ph type="body" sz="quarter" idx="1"/>
          </p:nvPr>
        </p:nvSpPr>
        <p:spPr/>
        <p:txBody>
          <a:bodyPr/>
          <a:lstStyle/>
          <a:p>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147">
            <a:extLst>
              <a:ext uri="{FF2B5EF4-FFF2-40B4-BE49-F238E27FC236}">
                <a16:creationId xmlns:a16="http://schemas.microsoft.com/office/drawing/2014/main" id="{D7FFEE96-A279-FAB3-E78C-87944E77751C}"/>
              </a:ext>
            </a:extLst>
          </p:cNvPr>
          <p:cNvSpPr>
            <a:spLocks noGrp="1" noRot="1" noChangeAspect="1"/>
          </p:cNvSpPr>
          <p:nvPr>
            <p:ph type="sldImg"/>
          </p:nvPr>
        </p:nvSpPr>
        <p:spPr>
          <a:xfrm>
            <a:off x="381000" y="685800"/>
            <a:ext cx="6096000" cy="3429000"/>
          </a:xfrm>
        </p:spPr>
      </p:sp>
      <p:sp>
        <p:nvSpPr>
          <p:cNvPr id="3" name="Shape 148">
            <a:extLst>
              <a:ext uri="{FF2B5EF4-FFF2-40B4-BE49-F238E27FC236}">
                <a16:creationId xmlns:a16="http://schemas.microsoft.com/office/drawing/2014/main" id="{3BADA41E-6C10-98E4-F809-8120F412E72B}"/>
              </a:ext>
            </a:extLst>
          </p:cNvPr>
          <p:cNvSpPr txBox="1">
            <a:spLocks noGrp="1"/>
          </p:cNvSpPr>
          <p:nvPr>
            <p:ph type="body" sz="quarter" idx="1"/>
          </p:nvPr>
        </p:nvSpPr>
        <p:spPr/>
        <p:txBody>
          <a:bodyPr/>
          <a:lstStyle/>
          <a:p>
            <a:endParaRPr lang="pt-BR"/>
          </a:p>
        </p:txBody>
      </p:sp>
    </p:spTree>
    <p:extLst>
      <p:ext uri="{BB962C8B-B14F-4D97-AF65-F5344CB8AC3E}">
        <p14:creationId xmlns:p14="http://schemas.microsoft.com/office/powerpoint/2010/main" val="4087813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147">
            <a:extLst>
              <a:ext uri="{FF2B5EF4-FFF2-40B4-BE49-F238E27FC236}">
                <a16:creationId xmlns:a16="http://schemas.microsoft.com/office/drawing/2014/main" id="{D7FFEE96-A279-FAB3-E78C-87944E77751C}"/>
              </a:ext>
            </a:extLst>
          </p:cNvPr>
          <p:cNvSpPr>
            <a:spLocks noGrp="1" noRot="1" noChangeAspect="1"/>
          </p:cNvSpPr>
          <p:nvPr>
            <p:ph type="sldImg"/>
          </p:nvPr>
        </p:nvSpPr>
        <p:spPr>
          <a:xfrm>
            <a:off x="381000" y="685800"/>
            <a:ext cx="6096000" cy="3429000"/>
          </a:xfrm>
        </p:spPr>
      </p:sp>
      <p:sp>
        <p:nvSpPr>
          <p:cNvPr id="3" name="Shape 148">
            <a:extLst>
              <a:ext uri="{FF2B5EF4-FFF2-40B4-BE49-F238E27FC236}">
                <a16:creationId xmlns:a16="http://schemas.microsoft.com/office/drawing/2014/main" id="{3BADA41E-6C10-98E4-F809-8120F412E72B}"/>
              </a:ext>
            </a:extLst>
          </p:cNvPr>
          <p:cNvSpPr txBox="1">
            <a:spLocks noGrp="1"/>
          </p:cNvSpPr>
          <p:nvPr>
            <p:ph type="body" sz="quarter" idx="1"/>
          </p:nvPr>
        </p:nvSpPr>
        <p:spPr/>
        <p:txBody>
          <a:bodyPr/>
          <a:lstStyle/>
          <a:p>
            <a:endParaRPr lang="pt-BR"/>
          </a:p>
        </p:txBody>
      </p:sp>
    </p:spTree>
    <p:extLst>
      <p:ext uri="{BB962C8B-B14F-4D97-AF65-F5344CB8AC3E}">
        <p14:creationId xmlns:p14="http://schemas.microsoft.com/office/powerpoint/2010/main" val="112022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147">
            <a:extLst>
              <a:ext uri="{FF2B5EF4-FFF2-40B4-BE49-F238E27FC236}">
                <a16:creationId xmlns:a16="http://schemas.microsoft.com/office/drawing/2014/main" id="{D7FFEE96-A279-FAB3-E78C-87944E77751C}"/>
              </a:ext>
            </a:extLst>
          </p:cNvPr>
          <p:cNvSpPr>
            <a:spLocks noGrp="1" noRot="1" noChangeAspect="1"/>
          </p:cNvSpPr>
          <p:nvPr>
            <p:ph type="sldImg"/>
          </p:nvPr>
        </p:nvSpPr>
        <p:spPr>
          <a:xfrm>
            <a:off x="381000" y="685800"/>
            <a:ext cx="6096000" cy="3429000"/>
          </a:xfrm>
        </p:spPr>
      </p:sp>
      <p:sp>
        <p:nvSpPr>
          <p:cNvPr id="3" name="Shape 148">
            <a:extLst>
              <a:ext uri="{FF2B5EF4-FFF2-40B4-BE49-F238E27FC236}">
                <a16:creationId xmlns:a16="http://schemas.microsoft.com/office/drawing/2014/main" id="{3BADA41E-6C10-98E4-F809-8120F412E72B}"/>
              </a:ext>
            </a:extLst>
          </p:cNvPr>
          <p:cNvSpPr txBox="1">
            <a:spLocks noGrp="1"/>
          </p:cNvSpPr>
          <p:nvPr>
            <p:ph type="body" sz="quarter" idx="1"/>
          </p:nvPr>
        </p:nvSpPr>
        <p:spPr/>
        <p:txBody>
          <a:bodyPr/>
          <a:lstStyle/>
          <a:p>
            <a:endParaRPr lang="pt-BR"/>
          </a:p>
        </p:txBody>
      </p:sp>
    </p:spTree>
    <p:extLst>
      <p:ext uri="{BB962C8B-B14F-4D97-AF65-F5344CB8AC3E}">
        <p14:creationId xmlns:p14="http://schemas.microsoft.com/office/powerpoint/2010/main" val="2634045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7BEC13C2-2DB3-8D02-53D7-AB0189759E17}"/>
              </a:ext>
            </a:extLst>
          </p:cNvPr>
          <p:cNvSpPr/>
          <p:nvPr/>
        </p:nvSpPr>
        <p:spPr>
          <a:xfrm>
            <a:off x="334899" y="2314328"/>
            <a:ext cx="8447154" cy="2478600"/>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9A49B6D0-2BED-D6BC-2AD8-FC83BAD623F4}"/>
              </a:ext>
            </a:extLst>
          </p:cNvPr>
          <p:cNvSpPr txBox="1">
            <a:spLocks noGrp="1"/>
          </p:cNvSpPr>
          <p:nvPr>
            <p:ph type="ctrTitle"/>
          </p:nvPr>
        </p:nvSpPr>
        <p:spPr>
          <a:xfrm>
            <a:off x="435894" y="765325"/>
            <a:ext cx="8245163" cy="1106259"/>
          </a:xfrm>
        </p:spPr>
        <p:txBody>
          <a:bodyPr/>
          <a:lstStyle>
            <a:lvl1pPr>
              <a:defRPr sz="2700">
                <a:solidFill>
                  <a:srgbClr val="549E39"/>
                </a:solidFill>
              </a:defRPr>
            </a:lvl1pPr>
          </a:lstStyle>
          <a:p>
            <a:pPr lvl="0"/>
            <a:r>
              <a:rPr lang="pt-BR"/>
              <a:t>Clique para editar o título Mestre</a:t>
            </a:r>
            <a:endParaRPr lang="en-US"/>
          </a:p>
        </p:txBody>
      </p:sp>
      <p:sp>
        <p:nvSpPr>
          <p:cNvPr id="4" name="Subtitle 2">
            <a:extLst>
              <a:ext uri="{FF2B5EF4-FFF2-40B4-BE49-F238E27FC236}">
                <a16:creationId xmlns:a16="http://schemas.microsoft.com/office/drawing/2014/main" id="{FEDE868A-0364-46A3-FFDB-6C4775BF5379}"/>
              </a:ext>
            </a:extLst>
          </p:cNvPr>
          <p:cNvSpPr txBox="1">
            <a:spLocks noGrp="1"/>
          </p:cNvSpPr>
          <p:nvPr>
            <p:ph type="subTitle" idx="1"/>
          </p:nvPr>
        </p:nvSpPr>
        <p:spPr>
          <a:xfrm>
            <a:off x="435894" y="1871584"/>
            <a:ext cx="8245163" cy="442743"/>
          </a:xfrm>
        </p:spPr>
        <p:txBody>
          <a:bodyPr anchor="t"/>
          <a:lstStyle>
            <a:lvl1pPr marL="0" indent="0">
              <a:buNone/>
              <a:defRPr sz="1200" cap="all">
                <a:solidFill>
                  <a:srgbClr val="8AB833"/>
                </a:solidFill>
              </a:defRPr>
            </a:lvl1pPr>
          </a:lstStyle>
          <a:p>
            <a:pPr lvl="0"/>
            <a:r>
              <a:rPr lang="pt-BR"/>
              <a:t>Clique para editar o estilo do subtítulo Mestre</a:t>
            </a:r>
            <a:endParaRPr lang="en-US"/>
          </a:p>
        </p:txBody>
      </p:sp>
      <p:sp>
        <p:nvSpPr>
          <p:cNvPr id="5" name="Date Placeholder 3">
            <a:extLst>
              <a:ext uri="{FF2B5EF4-FFF2-40B4-BE49-F238E27FC236}">
                <a16:creationId xmlns:a16="http://schemas.microsoft.com/office/drawing/2014/main" id="{1A79E88F-3C9A-4D31-15EE-10244A1EAC1E}"/>
              </a:ext>
            </a:extLst>
          </p:cNvPr>
          <p:cNvSpPr txBox="1">
            <a:spLocks noGrp="1"/>
          </p:cNvSpPr>
          <p:nvPr>
            <p:ph type="dt" sz="half" idx="7"/>
          </p:nvPr>
        </p:nvSpPr>
        <p:spPr/>
        <p:txBody>
          <a:bodyPr/>
          <a:lstStyle>
            <a:lvl1pPr>
              <a:defRPr>
                <a:solidFill>
                  <a:srgbClr val="78C45C"/>
                </a:solidFill>
              </a:defRPr>
            </a:lvl1pPr>
          </a:lstStyle>
          <a:p>
            <a:pPr lvl="0"/>
            <a:fld id="{98AC44C0-ABFD-477F-ACAB-D49D0431F9C1}" type="datetime1">
              <a:rPr lang="en-US"/>
              <a:pPr lvl="0"/>
              <a:t>4/15/2026</a:t>
            </a:fld>
            <a:endParaRPr lang="en-US"/>
          </a:p>
        </p:txBody>
      </p:sp>
      <p:sp>
        <p:nvSpPr>
          <p:cNvPr id="6" name="Footer Placeholder 4">
            <a:extLst>
              <a:ext uri="{FF2B5EF4-FFF2-40B4-BE49-F238E27FC236}">
                <a16:creationId xmlns:a16="http://schemas.microsoft.com/office/drawing/2014/main" id="{39D74FD9-0D9F-35EB-02B1-4310800B4C8E}"/>
              </a:ext>
            </a:extLst>
          </p:cNvPr>
          <p:cNvSpPr txBox="1">
            <a:spLocks noGrp="1"/>
          </p:cNvSpPr>
          <p:nvPr>
            <p:ph type="ftr" sz="quarter" idx="9"/>
          </p:nvPr>
        </p:nvSpPr>
        <p:spPr/>
        <p:txBody>
          <a:bodyPr/>
          <a:lstStyle>
            <a:lvl1pPr>
              <a:defRPr>
                <a:solidFill>
                  <a:srgbClr val="78C45C"/>
                </a:solidFill>
              </a:defRPr>
            </a:lvl1pPr>
          </a:lstStyle>
          <a:p>
            <a:pPr lvl="0"/>
            <a:endParaRPr lang="en-US"/>
          </a:p>
        </p:txBody>
      </p:sp>
      <p:sp>
        <p:nvSpPr>
          <p:cNvPr id="7" name="Slide Number Placeholder 5">
            <a:extLst>
              <a:ext uri="{FF2B5EF4-FFF2-40B4-BE49-F238E27FC236}">
                <a16:creationId xmlns:a16="http://schemas.microsoft.com/office/drawing/2014/main" id="{3A4DFBFD-38B1-4397-3786-B926DB6D73FA}"/>
              </a:ext>
            </a:extLst>
          </p:cNvPr>
          <p:cNvSpPr txBox="1">
            <a:spLocks noGrp="1"/>
          </p:cNvSpPr>
          <p:nvPr>
            <p:ph type="sldNum" sz="quarter" idx="8"/>
          </p:nvPr>
        </p:nvSpPr>
        <p:spPr>
          <a:xfrm>
            <a:off x="7918722" y="4467100"/>
            <a:ext cx="762326" cy="273844"/>
          </a:xfrm>
        </p:spPr>
        <p:txBody>
          <a:bodyPr/>
          <a:lstStyle>
            <a:lvl1pPr>
              <a:defRPr/>
            </a:lvl1pPr>
          </a:lstStyle>
          <a:p>
            <a:pPr lvl="0"/>
            <a:fld id="{D937B196-4F64-44CF-AD48-4F9EA437B89F}" type="slidenum">
              <a:t>‹nº›</a:t>
            </a:fld>
            <a:endParaRPr lang="en-US"/>
          </a:p>
        </p:txBody>
      </p:sp>
    </p:spTree>
    <p:extLst>
      <p:ext uri="{BB962C8B-B14F-4D97-AF65-F5344CB8AC3E}">
        <p14:creationId xmlns:p14="http://schemas.microsoft.com/office/powerpoint/2010/main" val="28763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4FE0868-68B5-8A88-DB6A-F7A79A8E4FF4}"/>
              </a:ext>
            </a:extLst>
          </p:cNvPr>
          <p:cNvSpPr/>
          <p:nvPr/>
        </p:nvSpPr>
        <p:spPr>
          <a:xfrm>
            <a:off x="330217" y="460802"/>
            <a:ext cx="8482001" cy="891969"/>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54306781-28C6-3139-0192-827511A3FA6E}"/>
              </a:ext>
            </a:extLst>
          </p:cNvPr>
          <p:cNvSpPr txBox="1">
            <a:spLocks noGrp="1"/>
          </p:cNvSpPr>
          <p:nvPr>
            <p:ph type="title"/>
          </p:nvPr>
        </p:nvSpPr>
        <p:spPr>
          <a:xfrm>
            <a:off x="435894" y="526621"/>
            <a:ext cx="8272211" cy="760351"/>
          </a:xfrm>
        </p:spPr>
        <p:txBody>
          <a:bodyPr/>
          <a:lstStyle>
            <a:lvl1pPr>
              <a:defRPr/>
            </a:lvl1pPr>
          </a:lstStyle>
          <a:p>
            <a:pPr lvl="0"/>
            <a:r>
              <a:rPr lang="pt-BR"/>
              <a:t>Clique para editar o título Mestre</a:t>
            </a:r>
            <a:endParaRPr lang="en-US"/>
          </a:p>
        </p:txBody>
      </p:sp>
      <p:sp>
        <p:nvSpPr>
          <p:cNvPr id="4" name="Content Placeholder 2">
            <a:extLst>
              <a:ext uri="{FF2B5EF4-FFF2-40B4-BE49-F238E27FC236}">
                <a16:creationId xmlns:a16="http://schemas.microsoft.com/office/drawing/2014/main" id="{DEFD69BB-C73F-3FF1-BD6E-3B0B836804FA}"/>
              </a:ext>
            </a:extLst>
          </p:cNvPr>
          <p:cNvSpPr txBox="1">
            <a:spLocks noGrp="1"/>
          </p:cNvSpPr>
          <p:nvPr>
            <p:ph idx="1"/>
          </p:nvPr>
        </p:nvSpPr>
        <p:spPr>
          <a:xfrm>
            <a:off x="435894" y="1635376"/>
            <a:ext cx="8272211" cy="2758726"/>
          </a:xfrm>
        </p:spPr>
        <p:txBody>
          <a:bodyPr/>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3">
            <a:extLst>
              <a:ext uri="{FF2B5EF4-FFF2-40B4-BE49-F238E27FC236}">
                <a16:creationId xmlns:a16="http://schemas.microsoft.com/office/drawing/2014/main" id="{8E47FCBC-8FD8-4F39-360A-20EA44991168}"/>
              </a:ext>
            </a:extLst>
          </p:cNvPr>
          <p:cNvSpPr txBox="1">
            <a:spLocks noGrp="1"/>
          </p:cNvSpPr>
          <p:nvPr>
            <p:ph type="dt" sz="half" idx="7"/>
          </p:nvPr>
        </p:nvSpPr>
        <p:spPr/>
        <p:txBody>
          <a:bodyPr/>
          <a:lstStyle>
            <a:lvl1pPr>
              <a:defRPr/>
            </a:lvl1pPr>
          </a:lstStyle>
          <a:p>
            <a:pPr lvl="0"/>
            <a:fld id="{C1BC23F5-E6A3-4B8C-B06D-01ECD276EC32}" type="datetime1">
              <a:rPr lang="en-US"/>
              <a:pPr lvl="0"/>
              <a:t>4/15/2026</a:t>
            </a:fld>
            <a:endParaRPr lang="en-US"/>
          </a:p>
        </p:txBody>
      </p:sp>
      <p:sp>
        <p:nvSpPr>
          <p:cNvPr id="6" name="Footer Placeholder 4">
            <a:extLst>
              <a:ext uri="{FF2B5EF4-FFF2-40B4-BE49-F238E27FC236}">
                <a16:creationId xmlns:a16="http://schemas.microsoft.com/office/drawing/2014/main" id="{76ADE553-8891-CEB5-61D8-BB7F355A5ABA}"/>
              </a:ext>
            </a:extLst>
          </p:cNvPr>
          <p:cNvSpPr txBox="1">
            <a:spLocks noGrp="1"/>
          </p:cNvSpPr>
          <p:nvPr>
            <p:ph type="ftr" sz="quarter" idx="9"/>
          </p:nvPr>
        </p:nvSpPr>
        <p:spPr/>
        <p:txBody>
          <a:bodyPr/>
          <a:lstStyle>
            <a:lvl1pPr>
              <a:defRPr/>
            </a:lvl1pPr>
          </a:lstStyle>
          <a:p>
            <a:pPr lvl="0"/>
            <a:endParaRPr lang="en-US"/>
          </a:p>
        </p:txBody>
      </p:sp>
      <p:sp>
        <p:nvSpPr>
          <p:cNvPr id="7" name="Slide Number Placeholder 5">
            <a:extLst>
              <a:ext uri="{FF2B5EF4-FFF2-40B4-BE49-F238E27FC236}">
                <a16:creationId xmlns:a16="http://schemas.microsoft.com/office/drawing/2014/main" id="{00220769-EDC5-686D-268D-DD4D1CBE8B07}"/>
              </a:ext>
            </a:extLst>
          </p:cNvPr>
          <p:cNvSpPr txBox="1">
            <a:spLocks noGrp="1"/>
          </p:cNvSpPr>
          <p:nvPr>
            <p:ph type="sldNum" sz="quarter" idx="8"/>
          </p:nvPr>
        </p:nvSpPr>
        <p:spPr/>
        <p:txBody>
          <a:bodyPr/>
          <a:lstStyle>
            <a:lvl1pPr>
              <a:defRPr/>
            </a:lvl1pPr>
          </a:lstStyle>
          <a:p>
            <a:pPr lvl="0"/>
            <a:fld id="{47464CD6-C8F3-4318-8C40-A3315A64ECCB}" type="slidenum">
              <a:t>‹nº›</a:t>
            </a:fld>
            <a:endParaRPr lang="en-US"/>
          </a:p>
        </p:txBody>
      </p:sp>
    </p:spTree>
    <p:extLst>
      <p:ext uri="{BB962C8B-B14F-4D97-AF65-F5344CB8AC3E}">
        <p14:creationId xmlns:p14="http://schemas.microsoft.com/office/powerpoint/2010/main" val="181603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5ABBD84E-0E1B-666E-A838-AD85E796505B}"/>
              </a:ext>
            </a:extLst>
          </p:cNvPr>
          <p:cNvSpPr/>
          <p:nvPr/>
        </p:nvSpPr>
        <p:spPr>
          <a:xfrm>
            <a:off x="335859" y="3856481"/>
            <a:ext cx="8468148" cy="944118"/>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5A5B58BF-FC2F-445B-2867-6D584F4474E3}"/>
              </a:ext>
            </a:extLst>
          </p:cNvPr>
          <p:cNvSpPr txBox="1">
            <a:spLocks noGrp="1"/>
          </p:cNvSpPr>
          <p:nvPr>
            <p:ph type="title"/>
          </p:nvPr>
        </p:nvSpPr>
        <p:spPr>
          <a:xfrm>
            <a:off x="435894" y="2282936"/>
            <a:ext cx="8272211" cy="1123130"/>
          </a:xfrm>
        </p:spPr>
        <p:txBody>
          <a:bodyPr/>
          <a:lstStyle>
            <a:lvl1pPr>
              <a:defRPr sz="2700">
                <a:solidFill>
                  <a:srgbClr val="549E39"/>
                </a:solidFill>
              </a:defRPr>
            </a:lvl1pPr>
          </a:lstStyle>
          <a:p>
            <a:pPr lvl="0"/>
            <a:r>
              <a:rPr lang="pt-BR"/>
              <a:t>Clique para editar o título Mestre</a:t>
            </a:r>
            <a:endParaRPr lang="en-US"/>
          </a:p>
        </p:txBody>
      </p:sp>
      <p:sp>
        <p:nvSpPr>
          <p:cNvPr id="4" name="Text Placeholder 2">
            <a:extLst>
              <a:ext uri="{FF2B5EF4-FFF2-40B4-BE49-F238E27FC236}">
                <a16:creationId xmlns:a16="http://schemas.microsoft.com/office/drawing/2014/main" id="{361811EC-5D78-9951-E177-8A947A455B6E}"/>
              </a:ext>
            </a:extLst>
          </p:cNvPr>
          <p:cNvSpPr txBox="1">
            <a:spLocks noGrp="1"/>
          </p:cNvSpPr>
          <p:nvPr>
            <p:ph type="body" idx="1"/>
          </p:nvPr>
        </p:nvSpPr>
        <p:spPr>
          <a:xfrm>
            <a:off x="435894" y="3406066"/>
            <a:ext cx="8272211" cy="450415"/>
          </a:xfrm>
        </p:spPr>
        <p:txBody>
          <a:bodyPr anchor="t"/>
          <a:lstStyle>
            <a:lvl1pPr marL="0" indent="0">
              <a:buNone/>
              <a:defRPr cap="all">
                <a:solidFill>
                  <a:srgbClr val="8AB833"/>
                </a:solidFill>
              </a:defRPr>
            </a:lvl1pPr>
          </a:lstStyle>
          <a:p>
            <a:pPr lvl="0"/>
            <a:r>
              <a:rPr lang="pt-BR"/>
              <a:t>Clique para editar os estilos de texto Mestres</a:t>
            </a:r>
          </a:p>
        </p:txBody>
      </p:sp>
      <p:sp>
        <p:nvSpPr>
          <p:cNvPr id="5" name="Date Placeholder 3">
            <a:extLst>
              <a:ext uri="{FF2B5EF4-FFF2-40B4-BE49-F238E27FC236}">
                <a16:creationId xmlns:a16="http://schemas.microsoft.com/office/drawing/2014/main" id="{9E9DE7B4-44CD-80A2-4FF6-1269CB76244A}"/>
              </a:ext>
            </a:extLst>
          </p:cNvPr>
          <p:cNvSpPr txBox="1">
            <a:spLocks noGrp="1"/>
          </p:cNvSpPr>
          <p:nvPr>
            <p:ph type="dt" sz="half" idx="7"/>
          </p:nvPr>
        </p:nvSpPr>
        <p:spPr/>
        <p:txBody>
          <a:bodyPr/>
          <a:lstStyle>
            <a:lvl1pPr>
              <a:defRPr>
                <a:solidFill>
                  <a:srgbClr val="78C45C"/>
                </a:solidFill>
              </a:defRPr>
            </a:lvl1pPr>
          </a:lstStyle>
          <a:p>
            <a:pPr lvl="0"/>
            <a:fld id="{2D770FEA-BE5F-4D47-ABDD-225494C6A2BE}" type="datetime1">
              <a:rPr lang="en-US"/>
              <a:pPr lvl="0"/>
              <a:t>4/15/2026</a:t>
            </a:fld>
            <a:endParaRPr lang="en-US"/>
          </a:p>
        </p:txBody>
      </p:sp>
      <p:sp>
        <p:nvSpPr>
          <p:cNvPr id="6" name="Footer Placeholder 4">
            <a:extLst>
              <a:ext uri="{FF2B5EF4-FFF2-40B4-BE49-F238E27FC236}">
                <a16:creationId xmlns:a16="http://schemas.microsoft.com/office/drawing/2014/main" id="{9A7E8E4B-44C5-3998-F7C9-9783C4AF27F4}"/>
              </a:ext>
            </a:extLst>
          </p:cNvPr>
          <p:cNvSpPr txBox="1">
            <a:spLocks noGrp="1"/>
          </p:cNvSpPr>
          <p:nvPr>
            <p:ph type="ftr" sz="quarter" idx="9"/>
          </p:nvPr>
        </p:nvSpPr>
        <p:spPr/>
        <p:txBody>
          <a:bodyPr/>
          <a:lstStyle>
            <a:lvl1pPr>
              <a:defRPr>
                <a:solidFill>
                  <a:srgbClr val="78C45C"/>
                </a:solidFill>
              </a:defRPr>
            </a:lvl1pPr>
          </a:lstStyle>
          <a:p>
            <a:pPr lvl="0"/>
            <a:endParaRPr lang="en-US"/>
          </a:p>
        </p:txBody>
      </p:sp>
      <p:sp>
        <p:nvSpPr>
          <p:cNvPr id="7" name="Slide Number Placeholder 5">
            <a:extLst>
              <a:ext uri="{FF2B5EF4-FFF2-40B4-BE49-F238E27FC236}">
                <a16:creationId xmlns:a16="http://schemas.microsoft.com/office/drawing/2014/main" id="{68F04E3F-D2FD-5B9C-7F8E-D905E86B6B69}"/>
              </a:ext>
            </a:extLst>
          </p:cNvPr>
          <p:cNvSpPr txBox="1">
            <a:spLocks noGrp="1"/>
          </p:cNvSpPr>
          <p:nvPr>
            <p:ph type="sldNum" sz="quarter" idx="8"/>
          </p:nvPr>
        </p:nvSpPr>
        <p:spPr/>
        <p:txBody>
          <a:bodyPr/>
          <a:lstStyle>
            <a:lvl1pPr>
              <a:defRPr/>
            </a:lvl1pPr>
          </a:lstStyle>
          <a:p>
            <a:pPr lvl="0"/>
            <a:fld id="{ADEDEFDA-AC8D-4293-87B9-6B3A81D11995}" type="slidenum">
              <a:t>‹nº›</a:t>
            </a:fld>
            <a:endParaRPr lang="en-US"/>
          </a:p>
        </p:txBody>
      </p:sp>
    </p:spTree>
    <p:extLst>
      <p:ext uri="{BB962C8B-B14F-4D97-AF65-F5344CB8AC3E}">
        <p14:creationId xmlns:p14="http://schemas.microsoft.com/office/powerpoint/2010/main" val="1744014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CFC48A6-3BED-DC24-16A1-5B36C313DEEC}"/>
              </a:ext>
            </a:extLst>
          </p:cNvPr>
          <p:cNvSpPr/>
          <p:nvPr/>
        </p:nvSpPr>
        <p:spPr>
          <a:xfrm>
            <a:off x="334487" y="454914"/>
            <a:ext cx="8475024" cy="944118"/>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59C7B2F5-F1D2-F043-73D4-EF762C40AE6B}"/>
              </a:ext>
            </a:extLst>
          </p:cNvPr>
          <p:cNvSpPr txBox="1">
            <a:spLocks noGrp="1"/>
          </p:cNvSpPr>
          <p:nvPr>
            <p:ph type="title"/>
          </p:nvPr>
        </p:nvSpPr>
        <p:spPr>
          <a:xfrm>
            <a:off x="435894" y="547240"/>
            <a:ext cx="8272211" cy="741249"/>
          </a:xfrm>
        </p:spPr>
        <p:txBody>
          <a:bodyPr/>
          <a:lstStyle>
            <a:lvl1pPr>
              <a:defRPr/>
            </a:lvl1pPr>
          </a:lstStyle>
          <a:p>
            <a:pPr lvl="0"/>
            <a:r>
              <a:rPr lang="pt-BR"/>
              <a:t>Clique para editar o título Mestre</a:t>
            </a:r>
            <a:endParaRPr lang="en-US"/>
          </a:p>
        </p:txBody>
      </p:sp>
      <p:sp>
        <p:nvSpPr>
          <p:cNvPr id="4" name="Content Placeholder 2">
            <a:extLst>
              <a:ext uri="{FF2B5EF4-FFF2-40B4-BE49-F238E27FC236}">
                <a16:creationId xmlns:a16="http://schemas.microsoft.com/office/drawing/2014/main" id="{96B05820-4A52-EEE7-AB90-7A95EE7057E9}"/>
              </a:ext>
            </a:extLst>
          </p:cNvPr>
          <p:cNvSpPr txBox="1">
            <a:spLocks noGrp="1"/>
          </p:cNvSpPr>
          <p:nvPr>
            <p:ph idx="1"/>
          </p:nvPr>
        </p:nvSpPr>
        <p:spPr>
          <a:xfrm>
            <a:off x="435894" y="1671001"/>
            <a:ext cx="4066794" cy="2724783"/>
          </a:xfrm>
        </p:spPr>
        <p:txBody>
          <a:bodyPr/>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Content Placeholder 3">
            <a:extLst>
              <a:ext uri="{FF2B5EF4-FFF2-40B4-BE49-F238E27FC236}">
                <a16:creationId xmlns:a16="http://schemas.microsoft.com/office/drawing/2014/main" id="{9047901B-3263-B7FB-5FA8-F265192F4913}"/>
              </a:ext>
            </a:extLst>
          </p:cNvPr>
          <p:cNvSpPr txBox="1">
            <a:spLocks noGrp="1"/>
          </p:cNvSpPr>
          <p:nvPr>
            <p:ph idx="2"/>
          </p:nvPr>
        </p:nvSpPr>
        <p:spPr>
          <a:xfrm>
            <a:off x="4641311" y="1671001"/>
            <a:ext cx="4066794" cy="2724783"/>
          </a:xfrm>
        </p:spPr>
        <p:txBody>
          <a:bodyPr/>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Date Placeholder 4">
            <a:extLst>
              <a:ext uri="{FF2B5EF4-FFF2-40B4-BE49-F238E27FC236}">
                <a16:creationId xmlns:a16="http://schemas.microsoft.com/office/drawing/2014/main" id="{C12C5FAF-CF52-0891-874E-33C83BEA5269}"/>
              </a:ext>
            </a:extLst>
          </p:cNvPr>
          <p:cNvSpPr txBox="1">
            <a:spLocks noGrp="1"/>
          </p:cNvSpPr>
          <p:nvPr>
            <p:ph type="dt" sz="half" idx="7"/>
          </p:nvPr>
        </p:nvSpPr>
        <p:spPr/>
        <p:txBody>
          <a:bodyPr/>
          <a:lstStyle>
            <a:lvl1pPr>
              <a:defRPr/>
            </a:lvl1pPr>
          </a:lstStyle>
          <a:p>
            <a:pPr lvl="0"/>
            <a:fld id="{290B62BA-75BC-47D1-A9BE-739623BDC3C9}" type="datetime1">
              <a:rPr lang="en-US"/>
              <a:pPr lvl="0"/>
              <a:t>4/15/2026</a:t>
            </a:fld>
            <a:endParaRPr lang="en-US"/>
          </a:p>
        </p:txBody>
      </p:sp>
      <p:sp>
        <p:nvSpPr>
          <p:cNvPr id="7" name="Footer Placeholder 5">
            <a:extLst>
              <a:ext uri="{FF2B5EF4-FFF2-40B4-BE49-F238E27FC236}">
                <a16:creationId xmlns:a16="http://schemas.microsoft.com/office/drawing/2014/main" id="{ABBEC733-E6AA-B1C9-B6D0-F0A40E004B61}"/>
              </a:ext>
            </a:extLst>
          </p:cNvPr>
          <p:cNvSpPr txBox="1">
            <a:spLocks noGrp="1"/>
          </p:cNvSpPr>
          <p:nvPr>
            <p:ph type="ftr" sz="quarter" idx="9"/>
          </p:nvPr>
        </p:nvSpPr>
        <p:spPr/>
        <p:txBody>
          <a:bodyPr/>
          <a:lstStyle>
            <a:lvl1pPr>
              <a:defRPr/>
            </a:lvl1pPr>
          </a:lstStyle>
          <a:p>
            <a:pPr lvl="0"/>
            <a:endParaRPr lang="en-US"/>
          </a:p>
        </p:txBody>
      </p:sp>
      <p:sp>
        <p:nvSpPr>
          <p:cNvPr id="8" name="Slide Number Placeholder 6">
            <a:extLst>
              <a:ext uri="{FF2B5EF4-FFF2-40B4-BE49-F238E27FC236}">
                <a16:creationId xmlns:a16="http://schemas.microsoft.com/office/drawing/2014/main" id="{2FA84DF0-063C-AC58-E36D-6D58B1226607}"/>
              </a:ext>
            </a:extLst>
          </p:cNvPr>
          <p:cNvSpPr txBox="1">
            <a:spLocks noGrp="1"/>
          </p:cNvSpPr>
          <p:nvPr>
            <p:ph type="sldNum" sz="quarter" idx="8"/>
          </p:nvPr>
        </p:nvSpPr>
        <p:spPr/>
        <p:txBody>
          <a:bodyPr/>
          <a:lstStyle>
            <a:lvl1pPr>
              <a:defRPr/>
            </a:lvl1pPr>
          </a:lstStyle>
          <a:p>
            <a:pPr lvl="0"/>
            <a:fld id="{7229F908-9FF6-4017-B503-8C184E040A45}" type="slidenum">
              <a:t>‹nº›</a:t>
            </a:fld>
            <a:endParaRPr lang="en-US"/>
          </a:p>
        </p:txBody>
      </p:sp>
    </p:spTree>
    <p:extLst>
      <p:ext uri="{BB962C8B-B14F-4D97-AF65-F5344CB8AC3E}">
        <p14:creationId xmlns:p14="http://schemas.microsoft.com/office/powerpoint/2010/main" val="411115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E91A6994-5DEC-3991-649B-B7EFD49ABE5D}"/>
              </a:ext>
            </a:extLst>
          </p:cNvPr>
          <p:cNvSpPr/>
          <p:nvPr/>
        </p:nvSpPr>
        <p:spPr>
          <a:xfrm>
            <a:off x="334487" y="454914"/>
            <a:ext cx="8475024" cy="944118"/>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565D5C87-C7DE-E8F5-5D5A-8144460C8652}"/>
              </a:ext>
            </a:extLst>
          </p:cNvPr>
          <p:cNvSpPr txBox="1">
            <a:spLocks noGrp="1"/>
          </p:cNvSpPr>
          <p:nvPr>
            <p:ph type="title"/>
          </p:nvPr>
        </p:nvSpPr>
        <p:spPr>
          <a:xfrm>
            <a:off x="435894" y="547240"/>
            <a:ext cx="8272211" cy="741249"/>
          </a:xfrm>
        </p:spPr>
        <p:txBody>
          <a:bodyPr/>
          <a:lstStyle>
            <a:lvl1pPr>
              <a:defRPr/>
            </a:lvl1pPr>
          </a:lstStyle>
          <a:p>
            <a:pPr lvl="0"/>
            <a:r>
              <a:rPr lang="pt-BR"/>
              <a:t>Clique para editar o título Mestre</a:t>
            </a:r>
            <a:endParaRPr lang="en-US"/>
          </a:p>
        </p:txBody>
      </p:sp>
      <p:sp>
        <p:nvSpPr>
          <p:cNvPr id="4" name="Text Placeholder 2">
            <a:extLst>
              <a:ext uri="{FF2B5EF4-FFF2-40B4-BE49-F238E27FC236}">
                <a16:creationId xmlns:a16="http://schemas.microsoft.com/office/drawing/2014/main" id="{C19615EE-DEB1-8B23-B0C6-572E858A3DEB}"/>
              </a:ext>
            </a:extLst>
          </p:cNvPr>
          <p:cNvSpPr txBox="1">
            <a:spLocks noGrp="1"/>
          </p:cNvSpPr>
          <p:nvPr>
            <p:ph type="body" idx="1"/>
          </p:nvPr>
        </p:nvSpPr>
        <p:spPr>
          <a:xfrm>
            <a:off x="665418" y="1688165"/>
            <a:ext cx="3815306" cy="402006"/>
          </a:xfrm>
        </p:spPr>
        <p:txBody>
          <a:bodyPr anchor="b">
            <a:noAutofit/>
          </a:bodyPr>
          <a:lstStyle>
            <a:lvl1pPr marL="0" indent="0">
              <a:spcBef>
                <a:spcPts val="400"/>
              </a:spcBef>
              <a:buNone/>
              <a:defRPr sz="1650">
                <a:solidFill>
                  <a:srgbClr val="8AB833"/>
                </a:solidFill>
              </a:defRPr>
            </a:lvl1pPr>
          </a:lstStyle>
          <a:p>
            <a:pPr lvl="0"/>
            <a:r>
              <a:rPr lang="pt-BR"/>
              <a:t>Clique para editar os estilos de texto Mestres</a:t>
            </a:r>
          </a:p>
        </p:txBody>
      </p:sp>
      <p:sp>
        <p:nvSpPr>
          <p:cNvPr id="5" name="Content Placeholder 3">
            <a:extLst>
              <a:ext uri="{FF2B5EF4-FFF2-40B4-BE49-F238E27FC236}">
                <a16:creationId xmlns:a16="http://schemas.microsoft.com/office/drawing/2014/main" id="{C5DBFE24-8B86-C6B5-8AD8-4A102373F34A}"/>
              </a:ext>
            </a:extLst>
          </p:cNvPr>
          <p:cNvSpPr txBox="1">
            <a:spLocks noGrp="1"/>
          </p:cNvSpPr>
          <p:nvPr>
            <p:ph idx="2"/>
          </p:nvPr>
        </p:nvSpPr>
        <p:spPr>
          <a:xfrm>
            <a:off x="435894" y="2194541"/>
            <a:ext cx="4044820" cy="2201253"/>
          </a:xfrm>
        </p:spPr>
        <p:txBody>
          <a:bodyPr anchor="t"/>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4">
            <a:extLst>
              <a:ext uri="{FF2B5EF4-FFF2-40B4-BE49-F238E27FC236}">
                <a16:creationId xmlns:a16="http://schemas.microsoft.com/office/drawing/2014/main" id="{49139A6D-9CAC-8054-A879-1881D927D995}"/>
              </a:ext>
            </a:extLst>
          </p:cNvPr>
          <p:cNvSpPr txBox="1">
            <a:spLocks noGrp="1"/>
          </p:cNvSpPr>
          <p:nvPr>
            <p:ph type="body" idx="3"/>
          </p:nvPr>
        </p:nvSpPr>
        <p:spPr>
          <a:xfrm>
            <a:off x="4892798" y="1688165"/>
            <a:ext cx="3815306" cy="415027"/>
          </a:xfrm>
        </p:spPr>
        <p:txBody>
          <a:bodyPr anchor="b">
            <a:noAutofit/>
          </a:bodyPr>
          <a:lstStyle>
            <a:lvl1pPr marL="0" indent="0">
              <a:spcBef>
                <a:spcPts val="400"/>
              </a:spcBef>
              <a:buNone/>
              <a:defRPr sz="1650">
                <a:solidFill>
                  <a:srgbClr val="8AB833"/>
                </a:solidFill>
              </a:defRPr>
            </a:lvl1pPr>
          </a:lstStyle>
          <a:p>
            <a:pPr lvl="0"/>
            <a:r>
              <a:rPr lang="pt-BR"/>
              <a:t>Clique para editar os estilos de texto Mestres</a:t>
            </a:r>
          </a:p>
        </p:txBody>
      </p:sp>
      <p:sp>
        <p:nvSpPr>
          <p:cNvPr id="7" name="Content Placeholder 5">
            <a:extLst>
              <a:ext uri="{FF2B5EF4-FFF2-40B4-BE49-F238E27FC236}">
                <a16:creationId xmlns:a16="http://schemas.microsoft.com/office/drawing/2014/main" id="{CF5D3C17-F778-98FA-8429-558031A796B9}"/>
              </a:ext>
            </a:extLst>
          </p:cNvPr>
          <p:cNvSpPr txBox="1">
            <a:spLocks noGrp="1"/>
          </p:cNvSpPr>
          <p:nvPr>
            <p:ph idx="4"/>
          </p:nvPr>
        </p:nvSpPr>
        <p:spPr>
          <a:xfrm>
            <a:off x="4663284" y="2194541"/>
            <a:ext cx="4044820" cy="2201253"/>
          </a:xfrm>
        </p:spPr>
        <p:txBody>
          <a:bodyPr anchor="t"/>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8" name="Date Placeholder 6">
            <a:extLst>
              <a:ext uri="{FF2B5EF4-FFF2-40B4-BE49-F238E27FC236}">
                <a16:creationId xmlns:a16="http://schemas.microsoft.com/office/drawing/2014/main" id="{1507B0C0-75F2-BDDB-4084-7D3ED548E260}"/>
              </a:ext>
            </a:extLst>
          </p:cNvPr>
          <p:cNvSpPr txBox="1">
            <a:spLocks noGrp="1"/>
          </p:cNvSpPr>
          <p:nvPr>
            <p:ph type="dt" sz="half" idx="7"/>
          </p:nvPr>
        </p:nvSpPr>
        <p:spPr/>
        <p:txBody>
          <a:bodyPr/>
          <a:lstStyle>
            <a:lvl1pPr>
              <a:defRPr/>
            </a:lvl1pPr>
          </a:lstStyle>
          <a:p>
            <a:pPr lvl="0"/>
            <a:fld id="{CE37BF46-A9DA-4B1C-9F82-A96AD2E5555B}" type="datetime1">
              <a:rPr lang="en-US"/>
              <a:pPr lvl="0"/>
              <a:t>4/15/2026</a:t>
            </a:fld>
            <a:endParaRPr lang="en-US"/>
          </a:p>
        </p:txBody>
      </p:sp>
      <p:sp>
        <p:nvSpPr>
          <p:cNvPr id="9" name="Footer Placeholder 7">
            <a:extLst>
              <a:ext uri="{FF2B5EF4-FFF2-40B4-BE49-F238E27FC236}">
                <a16:creationId xmlns:a16="http://schemas.microsoft.com/office/drawing/2014/main" id="{53EDD4DA-783E-F89B-58BD-499ED07F2929}"/>
              </a:ext>
            </a:extLst>
          </p:cNvPr>
          <p:cNvSpPr txBox="1">
            <a:spLocks noGrp="1"/>
          </p:cNvSpPr>
          <p:nvPr>
            <p:ph type="ftr" sz="quarter" idx="9"/>
          </p:nvPr>
        </p:nvSpPr>
        <p:spPr/>
        <p:txBody>
          <a:bodyPr/>
          <a:lstStyle>
            <a:lvl1pPr>
              <a:defRPr/>
            </a:lvl1pPr>
          </a:lstStyle>
          <a:p>
            <a:pPr lvl="0"/>
            <a:endParaRPr lang="en-US"/>
          </a:p>
        </p:txBody>
      </p:sp>
      <p:sp>
        <p:nvSpPr>
          <p:cNvPr id="10" name="Slide Number Placeholder 8">
            <a:extLst>
              <a:ext uri="{FF2B5EF4-FFF2-40B4-BE49-F238E27FC236}">
                <a16:creationId xmlns:a16="http://schemas.microsoft.com/office/drawing/2014/main" id="{006150EA-2082-1866-7668-0980745240D4}"/>
              </a:ext>
            </a:extLst>
          </p:cNvPr>
          <p:cNvSpPr txBox="1">
            <a:spLocks noGrp="1"/>
          </p:cNvSpPr>
          <p:nvPr>
            <p:ph type="sldNum" sz="quarter" idx="8"/>
          </p:nvPr>
        </p:nvSpPr>
        <p:spPr/>
        <p:txBody>
          <a:bodyPr/>
          <a:lstStyle>
            <a:lvl1pPr>
              <a:defRPr/>
            </a:lvl1pPr>
          </a:lstStyle>
          <a:p>
            <a:pPr lvl="0"/>
            <a:fld id="{2EC3A613-966A-4991-83A6-4EF6645B5653}" type="slidenum">
              <a:t>‹nº›</a:t>
            </a:fld>
            <a:endParaRPr lang="en-US"/>
          </a:p>
        </p:txBody>
      </p:sp>
    </p:spTree>
    <p:extLst>
      <p:ext uri="{BB962C8B-B14F-4D97-AF65-F5344CB8AC3E}">
        <p14:creationId xmlns:p14="http://schemas.microsoft.com/office/powerpoint/2010/main" val="279160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B4C52D1-D5DA-C32C-67F3-89C72893B6BC}"/>
              </a:ext>
            </a:extLst>
          </p:cNvPr>
          <p:cNvSpPr/>
          <p:nvPr/>
        </p:nvSpPr>
        <p:spPr>
          <a:xfrm>
            <a:off x="330509" y="454914"/>
            <a:ext cx="8475024" cy="944118"/>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3628E866-F1E7-417E-630C-DD8637C17EB2}"/>
              </a:ext>
            </a:extLst>
          </p:cNvPr>
          <p:cNvSpPr txBox="1">
            <a:spLocks noGrp="1"/>
          </p:cNvSpPr>
          <p:nvPr>
            <p:ph type="title"/>
          </p:nvPr>
        </p:nvSpPr>
        <p:spPr>
          <a:xfrm>
            <a:off x="431916" y="547240"/>
            <a:ext cx="8272211" cy="741249"/>
          </a:xfrm>
        </p:spPr>
        <p:txBody>
          <a:bodyPr/>
          <a:lstStyle>
            <a:lvl1pPr>
              <a:defRPr/>
            </a:lvl1pPr>
          </a:lstStyle>
          <a:p>
            <a:pPr lvl="0"/>
            <a:r>
              <a:rPr lang="pt-BR"/>
              <a:t>Clique para editar o título Mestre</a:t>
            </a:r>
            <a:endParaRPr lang="en-US"/>
          </a:p>
        </p:txBody>
      </p:sp>
      <p:sp>
        <p:nvSpPr>
          <p:cNvPr id="4" name="Date Placeholder 2">
            <a:extLst>
              <a:ext uri="{FF2B5EF4-FFF2-40B4-BE49-F238E27FC236}">
                <a16:creationId xmlns:a16="http://schemas.microsoft.com/office/drawing/2014/main" id="{85C79723-07D3-3355-0219-52BB0E200A1E}"/>
              </a:ext>
            </a:extLst>
          </p:cNvPr>
          <p:cNvSpPr txBox="1">
            <a:spLocks noGrp="1"/>
          </p:cNvSpPr>
          <p:nvPr>
            <p:ph type="dt" sz="half" idx="7"/>
          </p:nvPr>
        </p:nvSpPr>
        <p:spPr/>
        <p:txBody>
          <a:bodyPr/>
          <a:lstStyle>
            <a:lvl1pPr>
              <a:defRPr/>
            </a:lvl1pPr>
          </a:lstStyle>
          <a:p>
            <a:pPr lvl="0"/>
            <a:fld id="{0120D6EA-6CDF-40B7-A760-F0F4FE5BFB71}" type="datetime1">
              <a:rPr lang="en-US"/>
              <a:pPr lvl="0"/>
              <a:t>4/15/2026</a:t>
            </a:fld>
            <a:endParaRPr lang="en-US"/>
          </a:p>
        </p:txBody>
      </p:sp>
      <p:sp>
        <p:nvSpPr>
          <p:cNvPr id="5" name="Footer Placeholder 3">
            <a:extLst>
              <a:ext uri="{FF2B5EF4-FFF2-40B4-BE49-F238E27FC236}">
                <a16:creationId xmlns:a16="http://schemas.microsoft.com/office/drawing/2014/main" id="{F532C628-0A75-7850-052A-7D6D05565456}"/>
              </a:ext>
            </a:extLst>
          </p:cNvPr>
          <p:cNvSpPr txBox="1">
            <a:spLocks noGrp="1"/>
          </p:cNvSpPr>
          <p:nvPr>
            <p:ph type="ftr" sz="quarter" idx="9"/>
          </p:nvPr>
        </p:nvSpPr>
        <p:spPr/>
        <p:txBody>
          <a:bodyPr/>
          <a:lstStyle>
            <a:lvl1pPr>
              <a:defRPr/>
            </a:lvl1pPr>
          </a:lstStyle>
          <a:p>
            <a:pPr lvl="0"/>
            <a:endParaRPr lang="en-US"/>
          </a:p>
        </p:txBody>
      </p:sp>
      <p:sp>
        <p:nvSpPr>
          <p:cNvPr id="6" name="Slide Number Placeholder 4">
            <a:extLst>
              <a:ext uri="{FF2B5EF4-FFF2-40B4-BE49-F238E27FC236}">
                <a16:creationId xmlns:a16="http://schemas.microsoft.com/office/drawing/2014/main" id="{0D4F615D-652A-9BD1-C4DE-0C5D2A257F95}"/>
              </a:ext>
            </a:extLst>
          </p:cNvPr>
          <p:cNvSpPr txBox="1">
            <a:spLocks noGrp="1"/>
          </p:cNvSpPr>
          <p:nvPr>
            <p:ph type="sldNum" sz="quarter" idx="8"/>
          </p:nvPr>
        </p:nvSpPr>
        <p:spPr/>
        <p:txBody>
          <a:bodyPr/>
          <a:lstStyle>
            <a:lvl1pPr>
              <a:defRPr/>
            </a:lvl1pPr>
          </a:lstStyle>
          <a:p>
            <a:pPr lvl="0"/>
            <a:fld id="{B72725B1-2F26-455E-96CA-A5EE152D9671}" type="slidenum">
              <a:t>‹nº›</a:t>
            </a:fld>
            <a:endParaRPr lang="en-US"/>
          </a:p>
        </p:txBody>
      </p:sp>
    </p:spTree>
    <p:extLst>
      <p:ext uri="{BB962C8B-B14F-4D97-AF65-F5344CB8AC3E}">
        <p14:creationId xmlns:p14="http://schemas.microsoft.com/office/powerpoint/2010/main" val="3443711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bg>
      <p:bgPr>
        <a:solidFill>
          <a:srgbClr val="275317"/>
        </a:solidFill>
        <a:effectLst/>
      </p:bgPr>
    </p:bg>
    <p:spTree>
      <p:nvGrpSpPr>
        <p:cNvPr id="1" name=""/>
        <p:cNvGrpSpPr/>
        <p:nvPr/>
      </p:nvGrpSpPr>
      <p:grpSpPr>
        <a:xfrm>
          <a:off x="0" y="0"/>
          <a:ext cx="0" cy="0"/>
          <a:chOff x="0" y="0"/>
          <a:chExt cx="0" cy="0"/>
        </a:xfrm>
      </p:grpSpPr>
      <p:pic>
        <p:nvPicPr>
          <p:cNvPr id="2" name="Imagem 6" descr="Desenho com traços pretos em fundo branco&#10;&#10;Descrição gerada automaticamente com confiança média">
            <a:extLst>
              <a:ext uri="{FF2B5EF4-FFF2-40B4-BE49-F238E27FC236}">
                <a16:creationId xmlns:a16="http://schemas.microsoft.com/office/drawing/2014/main" id="{35018886-76E6-1E86-ED54-735E03728CC3}"/>
              </a:ext>
            </a:extLst>
          </p:cNvPr>
          <p:cNvPicPr>
            <a:picLocks noChangeAspect="1"/>
          </p:cNvPicPr>
          <p:nvPr/>
        </p:nvPicPr>
        <p:blipFill>
          <a:blip r:embed="rId2"/>
          <a:stretch>
            <a:fillRect/>
          </a:stretch>
        </p:blipFill>
        <p:spPr>
          <a:xfrm>
            <a:off x="7946894" y="568637"/>
            <a:ext cx="343585" cy="422763"/>
          </a:xfrm>
          <a:prstGeom prst="rect">
            <a:avLst/>
          </a:prstGeom>
          <a:noFill/>
          <a:ln cap="flat">
            <a:noFill/>
          </a:ln>
        </p:spPr>
      </p:pic>
      <p:pic>
        <p:nvPicPr>
          <p:cNvPr id="3" name="Imagem 7" descr="Logotipo&#10;&#10;Descrição gerada automaticamente">
            <a:extLst>
              <a:ext uri="{FF2B5EF4-FFF2-40B4-BE49-F238E27FC236}">
                <a16:creationId xmlns:a16="http://schemas.microsoft.com/office/drawing/2014/main" id="{45781CB9-5C24-94C0-1D68-C7E3517BB668}"/>
              </a:ext>
            </a:extLst>
          </p:cNvPr>
          <p:cNvPicPr>
            <a:picLocks noChangeAspect="1"/>
          </p:cNvPicPr>
          <p:nvPr/>
        </p:nvPicPr>
        <p:blipFill>
          <a:blip r:embed="rId3"/>
          <a:stretch>
            <a:fillRect/>
          </a:stretch>
        </p:blipFill>
        <p:spPr>
          <a:xfrm>
            <a:off x="7330982" y="577205"/>
            <a:ext cx="370469" cy="416006"/>
          </a:xfrm>
          <a:prstGeom prst="rect">
            <a:avLst/>
          </a:prstGeom>
          <a:noFill/>
          <a:ln cap="flat">
            <a:noFill/>
          </a:ln>
        </p:spPr>
      </p:pic>
      <p:pic>
        <p:nvPicPr>
          <p:cNvPr id="4" name="Imagem 9" descr="Texto&#10;&#10;Descrição gerada automaticamente com confiança média">
            <a:extLst>
              <a:ext uri="{FF2B5EF4-FFF2-40B4-BE49-F238E27FC236}">
                <a16:creationId xmlns:a16="http://schemas.microsoft.com/office/drawing/2014/main" id="{271B44AE-B566-54B6-EAE7-6A0214C6A1D3}"/>
              </a:ext>
            </a:extLst>
          </p:cNvPr>
          <p:cNvPicPr>
            <a:picLocks noChangeAspect="1"/>
          </p:cNvPicPr>
          <p:nvPr/>
        </p:nvPicPr>
        <p:blipFill>
          <a:blip r:embed="rId4"/>
          <a:stretch>
            <a:fillRect/>
          </a:stretch>
        </p:blipFill>
        <p:spPr>
          <a:xfrm>
            <a:off x="8341595" y="564395"/>
            <a:ext cx="524289" cy="517998"/>
          </a:xfrm>
          <a:prstGeom prst="rect">
            <a:avLst/>
          </a:prstGeom>
          <a:noFill/>
          <a:ln cap="flat">
            <a:noFill/>
          </a:ln>
        </p:spPr>
      </p:pic>
      <p:cxnSp>
        <p:nvCxnSpPr>
          <p:cNvPr id="5" name="Straight Connector 13">
            <a:extLst>
              <a:ext uri="{FF2B5EF4-FFF2-40B4-BE49-F238E27FC236}">
                <a16:creationId xmlns:a16="http://schemas.microsoft.com/office/drawing/2014/main" id="{A8287635-4231-76C1-250C-4811D4998FEB}"/>
              </a:ext>
            </a:extLst>
          </p:cNvPr>
          <p:cNvCxnSpPr/>
          <p:nvPr/>
        </p:nvCxnSpPr>
        <p:spPr>
          <a:xfrm>
            <a:off x="7856369" y="570695"/>
            <a:ext cx="0" cy="421273"/>
          </a:xfrm>
          <a:prstGeom prst="straightConnector1">
            <a:avLst/>
          </a:prstGeom>
          <a:noFill/>
          <a:ln w="22229" cap="rnd">
            <a:solidFill>
              <a:srgbClr val="FFFFFF"/>
            </a:solidFill>
            <a:custDash>
              <a:ds d="900000" sp="0"/>
            </a:custDash>
            <a:miter/>
          </a:ln>
        </p:spPr>
      </p:cxnSp>
    </p:spTree>
    <p:extLst>
      <p:ext uri="{BB962C8B-B14F-4D97-AF65-F5344CB8AC3E}">
        <p14:creationId xmlns:p14="http://schemas.microsoft.com/office/powerpoint/2010/main" val="41273044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26080B33-9EF7-CBAB-E41C-92541B0E4185}"/>
              </a:ext>
            </a:extLst>
          </p:cNvPr>
          <p:cNvSpPr/>
          <p:nvPr/>
        </p:nvSpPr>
        <p:spPr>
          <a:xfrm>
            <a:off x="335859" y="3856481"/>
            <a:ext cx="8473653" cy="956023"/>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7A455E54-31E1-A144-017A-DC406DC4A3B8}"/>
              </a:ext>
            </a:extLst>
          </p:cNvPr>
          <p:cNvSpPr txBox="1">
            <a:spLocks noGrp="1"/>
          </p:cNvSpPr>
          <p:nvPr>
            <p:ph type="title"/>
          </p:nvPr>
        </p:nvSpPr>
        <p:spPr>
          <a:xfrm>
            <a:off x="435894" y="3946724"/>
            <a:ext cx="3682087" cy="517138"/>
          </a:xfrm>
        </p:spPr>
        <p:txBody>
          <a:bodyPr anchor="ctr"/>
          <a:lstStyle>
            <a:lvl1pPr>
              <a:defRPr sz="1500">
                <a:solidFill>
                  <a:srgbClr val="78C45C"/>
                </a:solidFill>
              </a:defRPr>
            </a:lvl1pPr>
          </a:lstStyle>
          <a:p>
            <a:pPr lvl="0"/>
            <a:r>
              <a:rPr lang="pt-BR"/>
              <a:t>Clique para editar o título Mestre</a:t>
            </a:r>
            <a:endParaRPr lang="en-US"/>
          </a:p>
        </p:txBody>
      </p:sp>
      <p:sp>
        <p:nvSpPr>
          <p:cNvPr id="4" name="Content Placeholder 2">
            <a:extLst>
              <a:ext uri="{FF2B5EF4-FFF2-40B4-BE49-F238E27FC236}">
                <a16:creationId xmlns:a16="http://schemas.microsoft.com/office/drawing/2014/main" id="{CE476B2F-7270-8B08-A0B6-27898847F8C5}"/>
              </a:ext>
            </a:extLst>
          </p:cNvPr>
          <p:cNvSpPr txBox="1">
            <a:spLocks noGrp="1"/>
          </p:cNvSpPr>
          <p:nvPr>
            <p:ph idx="1"/>
          </p:nvPr>
        </p:nvSpPr>
        <p:spPr>
          <a:xfrm>
            <a:off x="335859" y="450899"/>
            <a:ext cx="8469630" cy="3153601"/>
          </a:xfrm>
        </p:spPr>
        <p:txBody>
          <a:bodyPr/>
          <a:lstStyle>
            <a:lvl1pPr>
              <a:spcBef>
                <a:spcPts val="400"/>
              </a:spcBef>
              <a:defRPr sz="1500"/>
            </a:lvl1pPr>
            <a:lvl2pPr>
              <a:defRPr sz="1350"/>
            </a:lvl2pPr>
            <a:lvl3pPr>
              <a:defRPr sz="1200"/>
            </a:lvl3pPr>
            <a:lvl4pPr>
              <a:spcBef>
                <a:spcPts val="300"/>
              </a:spcBef>
              <a:defRPr sz="1050"/>
            </a:lvl4pPr>
            <a:lvl5pPr>
              <a:spcBef>
                <a:spcPts val="300"/>
              </a:spcBef>
              <a:defRPr sz="105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3">
            <a:extLst>
              <a:ext uri="{FF2B5EF4-FFF2-40B4-BE49-F238E27FC236}">
                <a16:creationId xmlns:a16="http://schemas.microsoft.com/office/drawing/2014/main" id="{88FAD3B2-5985-FADB-AA17-B1D49DC0CFDE}"/>
              </a:ext>
            </a:extLst>
          </p:cNvPr>
          <p:cNvSpPr txBox="1">
            <a:spLocks noGrp="1"/>
          </p:cNvSpPr>
          <p:nvPr>
            <p:ph type="body" idx="2"/>
          </p:nvPr>
        </p:nvSpPr>
        <p:spPr>
          <a:xfrm>
            <a:off x="4305616" y="3946724"/>
            <a:ext cx="4402488" cy="517138"/>
          </a:xfrm>
        </p:spPr>
        <p:txBody>
          <a:bodyPr/>
          <a:lstStyle>
            <a:lvl1pPr marL="0" indent="0" algn="r">
              <a:spcBef>
                <a:spcPts val="200"/>
              </a:spcBef>
              <a:buNone/>
              <a:defRPr sz="825">
                <a:solidFill>
                  <a:srgbClr val="FFFFFF"/>
                </a:solidFill>
              </a:defRPr>
            </a:lvl1pPr>
          </a:lstStyle>
          <a:p>
            <a:pPr lvl="0"/>
            <a:r>
              <a:rPr lang="pt-BR"/>
              <a:t>Clique para editar os estilos de texto Mestres</a:t>
            </a:r>
          </a:p>
        </p:txBody>
      </p:sp>
      <p:sp>
        <p:nvSpPr>
          <p:cNvPr id="6" name="Date Placeholder 4">
            <a:extLst>
              <a:ext uri="{FF2B5EF4-FFF2-40B4-BE49-F238E27FC236}">
                <a16:creationId xmlns:a16="http://schemas.microsoft.com/office/drawing/2014/main" id="{695D0C51-9806-6596-8B85-7A3BE27F8761}"/>
              </a:ext>
            </a:extLst>
          </p:cNvPr>
          <p:cNvSpPr txBox="1">
            <a:spLocks noGrp="1"/>
          </p:cNvSpPr>
          <p:nvPr>
            <p:ph type="dt" sz="half" idx="7"/>
          </p:nvPr>
        </p:nvSpPr>
        <p:spPr/>
        <p:txBody>
          <a:bodyPr/>
          <a:lstStyle>
            <a:lvl1pPr>
              <a:defRPr>
                <a:solidFill>
                  <a:srgbClr val="78C45C"/>
                </a:solidFill>
              </a:defRPr>
            </a:lvl1pPr>
          </a:lstStyle>
          <a:p>
            <a:pPr lvl="0"/>
            <a:fld id="{CD739F5B-6B14-46C7-B16D-96BBACAAC791}" type="datetime1">
              <a:rPr lang="en-US"/>
              <a:pPr lvl="0"/>
              <a:t>4/15/2026</a:t>
            </a:fld>
            <a:endParaRPr lang="en-US"/>
          </a:p>
        </p:txBody>
      </p:sp>
      <p:sp>
        <p:nvSpPr>
          <p:cNvPr id="7" name="Footer Placeholder 5">
            <a:extLst>
              <a:ext uri="{FF2B5EF4-FFF2-40B4-BE49-F238E27FC236}">
                <a16:creationId xmlns:a16="http://schemas.microsoft.com/office/drawing/2014/main" id="{BE186712-41EE-6300-13D4-25BF601C9C06}"/>
              </a:ext>
            </a:extLst>
          </p:cNvPr>
          <p:cNvSpPr txBox="1">
            <a:spLocks noGrp="1"/>
          </p:cNvSpPr>
          <p:nvPr>
            <p:ph type="ftr" sz="quarter" idx="9"/>
          </p:nvPr>
        </p:nvSpPr>
        <p:spPr/>
        <p:txBody>
          <a:bodyPr/>
          <a:lstStyle>
            <a:lvl1pPr>
              <a:defRPr>
                <a:solidFill>
                  <a:srgbClr val="78C45C"/>
                </a:solidFill>
              </a:defRPr>
            </a:lvl1pPr>
          </a:lstStyle>
          <a:p>
            <a:pPr lvl="0"/>
            <a:endParaRPr lang="en-US"/>
          </a:p>
        </p:txBody>
      </p:sp>
      <p:sp>
        <p:nvSpPr>
          <p:cNvPr id="8" name="Slide Number Placeholder 6">
            <a:extLst>
              <a:ext uri="{FF2B5EF4-FFF2-40B4-BE49-F238E27FC236}">
                <a16:creationId xmlns:a16="http://schemas.microsoft.com/office/drawing/2014/main" id="{2DD9A321-781C-F322-A542-7D2B4AD60948}"/>
              </a:ext>
            </a:extLst>
          </p:cNvPr>
          <p:cNvSpPr txBox="1">
            <a:spLocks noGrp="1"/>
          </p:cNvSpPr>
          <p:nvPr>
            <p:ph type="sldNum" sz="quarter" idx="8"/>
          </p:nvPr>
        </p:nvSpPr>
        <p:spPr/>
        <p:txBody>
          <a:bodyPr/>
          <a:lstStyle>
            <a:lvl1pPr>
              <a:defRPr/>
            </a:lvl1pPr>
          </a:lstStyle>
          <a:p>
            <a:pPr lvl="0"/>
            <a:fld id="{72C30059-6BE6-48A4-80BA-AA2B55EDF81A}" type="slidenum">
              <a:t>‹nº›</a:t>
            </a:fld>
            <a:endParaRPr lang="en-US"/>
          </a:p>
        </p:txBody>
      </p:sp>
    </p:spTree>
    <p:extLst>
      <p:ext uri="{BB962C8B-B14F-4D97-AF65-F5344CB8AC3E}">
        <p14:creationId xmlns:p14="http://schemas.microsoft.com/office/powerpoint/2010/main" val="151561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C5104-4EBF-D20F-C15B-DB18A952B938}"/>
              </a:ext>
            </a:extLst>
          </p:cNvPr>
          <p:cNvSpPr txBox="1">
            <a:spLocks noGrp="1"/>
          </p:cNvSpPr>
          <p:nvPr>
            <p:ph type="title"/>
          </p:nvPr>
        </p:nvSpPr>
        <p:spPr>
          <a:xfrm>
            <a:off x="435894" y="3520037"/>
            <a:ext cx="8272211" cy="425049"/>
          </a:xfrm>
        </p:spPr>
        <p:txBody>
          <a:bodyPr/>
          <a:lstStyle>
            <a:lvl1pPr>
              <a:defRPr sz="1800">
                <a:solidFill>
                  <a:srgbClr val="549E39"/>
                </a:solidFill>
              </a:defRPr>
            </a:lvl1pPr>
          </a:lstStyle>
          <a:p>
            <a:pPr lvl="0"/>
            <a:r>
              <a:rPr lang="pt-BR"/>
              <a:t>Clique para editar o título Mestre</a:t>
            </a:r>
            <a:endParaRPr lang="en-US"/>
          </a:p>
        </p:txBody>
      </p:sp>
      <p:sp>
        <p:nvSpPr>
          <p:cNvPr id="3" name="Picture Placeholder 2">
            <a:extLst>
              <a:ext uri="{FF2B5EF4-FFF2-40B4-BE49-F238E27FC236}">
                <a16:creationId xmlns:a16="http://schemas.microsoft.com/office/drawing/2014/main" id="{53812150-5D38-042E-7B28-3769122A430B}"/>
              </a:ext>
            </a:extLst>
          </p:cNvPr>
          <p:cNvSpPr txBox="1">
            <a:spLocks noGrp="1"/>
          </p:cNvSpPr>
          <p:nvPr>
            <p:ph type="pic" idx="1"/>
          </p:nvPr>
        </p:nvSpPr>
        <p:spPr>
          <a:xfrm>
            <a:off x="335859" y="449793"/>
            <a:ext cx="8468139" cy="2667935"/>
          </a:xfrm>
        </p:spPr>
        <p:txBody>
          <a:bodyPr anchor="t" anchorCtr="1"/>
          <a:lstStyle>
            <a:lvl1pPr marL="0" indent="0" algn="ctr">
              <a:buNone/>
              <a:defRPr sz="1200"/>
            </a:lvl1pPr>
          </a:lstStyle>
          <a:p>
            <a:pPr lvl="0"/>
            <a:r>
              <a:rPr lang="pt-BR"/>
              <a:t>Clique no ícone para adicionar uma imagem</a:t>
            </a:r>
            <a:endParaRPr lang="en-US"/>
          </a:p>
        </p:txBody>
      </p:sp>
      <p:sp>
        <p:nvSpPr>
          <p:cNvPr id="4" name="Text Placeholder 3">
            <a:extLst>
              <a:ext uri="{FF2B5EF4-FFF2-40B4-BE49-F238E27FC236}">
                <a16:creationId xmlns:a16="http://schemas.microsoft.com/office/drawing/2014/main" id="{F219E125-CC01-4A90-8199-BE22D919CF4A}"/>
              </a:ext>
            </a:extLst>
          </p:cNvPr>
          <p:cNvSpPr txBox="1">
            <a:spLocks noGrp="1"/>
          </p:cNvSpPr>
          <p:nvPr>
            <p:ph type="body" idx="2"/>
          </p:nvPr>
        </p:nvSpPr>
        <p:spPr>
          <a:xfrm>
            <a:off x="435894" y="3945096"/>
            <a:ext cx="8272211" cy="449006"/>
          </a:xfrm>
        </p:spPr>
        <p:txBody>
          <a:bodyPr/>
          <a:lstStyle>
            <a:lvl1pPr marL="0" indent="0">
              <a:spcBef>
                <a:spcPts val="200"/>
              </a:spcBef>
              <a:buNone/>
              <a:defRPr sz="900"/>
            </a:lvl1pPr>
          </a:lstStyle>
          <a:p>
            <a:pPr lvl="0"/>
            <a:r>
              <a:rPr lang="pt-BR"/>
              <a:t>Clique para editar os estilos de texto Mestres</a:t>
            </a:r>
          </a:p>
        </p:txBody>
      </p:sp>
      <p:sp>
        <p:nvSpPr>
          <p:cNvPr id="5" name="Date Placeholder 4">
            <a:extLst>
              <a:ext uri="{FF2B5EF4-FFF2-40B4-BE49-F238E27FC236}">
                <a16:creationId xmlns:a16="http://schemas.microsoft.com/office/drawing/2014/main" id="{B683E857-B3A4-01F4-574C-5FCEC4027C3B}"/>
              </a:ext>
            </a:extLst>
          </p:cNvPr>
          <p:cNvSpPr txBox="1">
            <a:spLocks noGrp="1"/>
          </p:cNvSpPr>
          <p:nvPr>
            <p:ph type="dt" sz="half" idx="7"/>
          </p:nvPr>
        </p:nvSpPr>
        <p:spPr/>
        <p:txBody>
          <a:bodyPr/>
          <a:lstStyle>
            <a:lvl1pPr>
              <a:defRPr/>
            </a:lvl1pPr>
          </a:lstStyle>
          <a:p>
            <a:pPr lvl="0"/>
            <a:fld id="{4EA97378-A4F2-4EE5-8AE2-BD943192F1C8}" type="datetime1">
              <a:rPr lang="en-US"/>
              <a:pPr lvl="0"/>
              <a:t>4/15/2026</a:t>
            </a:fld>
            <a:endParaRPr lang="en-US"/>
          </a:p>
        </p:txBody>
      </p:sp>
      <p:sp>
        <p:nvSpPr>
          <p:cNvPr id="6" name="Footer Placeholder 5">
            <a:extLst>
              <a:ext uri="{FF2B5EF4-FFF2-40B4-BE49-F238E27FC236}">
                <a16:creationId xmlns:a16="http://schemas.microsoft.com/office/drawing/2014/main" id="{3FB31F37-7442-E690-CCAE-5D5BC385FF81}"/>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73FFD8A4-2876-23A8-754A-DC5E58167522}"/>
              </a:ext>
            </a:extLst>
          </p:cNvPr>
          <p:cNvSpPr txBox="1">
            <a:spLocks noGrp="1"/>
          </p:cNvSpPr>
          <p:nvPr>
            <p:ph type="sldNum" sz="quarter" idx="8"/>
          </p:nvPr>
        </p:nvSpPr>
        <p:spPr/>
        <p:txBody>
          <a:bodyPr/>
          <a:lstStyle>
            <a:lvl1pPr>
              <a:defRPr/>
            </a:lvl1pPr>
          </a:lstStyle>
          <a:p>
            <a:pPr lvl="0"/>
            <a:fld id="{91102BAE-4EB6-4092-8573-2ECA73D761A3}" type="slidenum">
              <a:t>‹nº›</a:t>
            </a:fld>
            <a:endParaRPr lang="en-US"/>
          </a:p>
        </p:txBody>
      </p:sp>
    </p:spTree>
    <p:extLst>
      <p:ext uri="{BB962C8B-B14F-4D97-AF65-F5344CB8AC3E}">
        <p14:creationId xmlns:p14="http://schemas.microsoft.com/office/powerpoint/2010/main" val="2023654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3571C9E2-8234-FCA6-8E4D-C8EFD9A64C44}"/>
              </a:ext>
            </a:extLst>
          </p:cNvPr>
          <p:cNvSpPr/>
          <p:nvPr/>
        </p:nvSpPr>
        <p:spPr>
          <a:xfrm>
            <a:off x="330217" y="460802"/>
            <a:ext cx="8482001" cy="891969"/>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Title 1">
            <a:extLst>
              <a:ext uri="{FF2B5EF4-FFF2-40B4-BE49-F238E27FC236}">
                <a16:creationId xmlns:a16="http://schemas.microsoft.com/office/drawing/2014/main" id="{5DD82793-E379-B238-B10D-0D7795B18E6A}"/>
              </a:ext>
            </a:extLst>
          </p:cNvPr>
          <p:cNvSpPr txBox="1">
            <a:spLocks noGrp="1"/>
          </p:cNvSpPr>
          <p:nvPr>
            <p:ph type="title"/>
          </p:nvPr>
        </p:nvSpPr>
        <p:spPr>
          <a:xfrm>
            <a:off x="435894" y="526621"/>
            <a:ext cx="8272211" cy="760351"/>
          </a:xfrm>
        </p:spPr>
        <p:txBody>
          <a:bodyPr/>
          <a:lstStyle>
            <a:lvl1pPr>
              <a:defRPr/>
            </a:lvl1pPr>
          </a:lstStyle>
          <a:p>
            <a:pPr lvl="0"/>
            <a:r>
              <a:rPr lang="pt-BR"/>
              <a:t>Clique para editar o título Mestre</a:t>
            </a:r>
            <a:endParaRPr lang="en-US"/>
          </a:p>
        </p:txBody>
      </p:sp>
      <p:sp>
        <p:nvSpPr>
          <p:cNvPr id="4" name="Vertical Text Placeholder 2">
            <a:extLst>
              <a:ext uri="{FF2B5EF4-FFF2-40B4-BE49-F238E27FC236}">
                <a16:creationId xmlns:a16="http://schemas.microsoft.com/office/drawing/2014/main" id="{9FAEE11A-B4DB-D6F2-8F31-803B89D3EA3C}"/>
              </a:ext>
            </a:extLst>
          </p:cNvPr>
          <p:cNvSpPr txBox="1">
            <a:spLocks noGrp="1"/>
          </p:cNvSpPr>
          <p:nvPr>
            <p:ph type="body" orient="vert" idx="1"/>
          </p:nvPr>
        </p:nvSpPr>
        <p:spPr/>
        <p:txBody>
          <a:bodyPr vert="eaVert" anchor="t"/>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3">
            <a:extLst>
              <a:ext uri="{FF2B5EF4-FFF2-40B4-BE49-F238E27FC236}">
                <a16:creationId xmlns:a16="http://schemas.microsoft.com/office/drawing/2014/main" id="{F353D3B1-FE7B-B818-F7F4-8388A07E5F4A}"/>
              </a:ext>
            </a:extLst>
          </p:cNvPr>
          <p:cNvSpPr txBox="1">
            <a:spLocks noGrp="1"/>
          </p:cNvSpPr>
          <p:nvPr>
            <p:ph type="dt" sz="half" idx="7"/>
          </p:nvPr>
        </p:nvSpPr>
        <p:spPr/>
        <p:txBody>
          <a:bodyPr/>
          <a:lstStyle>
            <a:lvl1pPr>
              <a:defRPr/>
            </a:lvl1pPr>
          </a:lstStyle>
          <a:p>
            <a:pPr lvl="0"/>
            <a:fld id="{B797816B-BF37-4822-B082-51D5788F7ADE}" type="datetime1">
              <a:rPr lang="en-US"/>
              <a:pPr lvl="0"/>
              <a:t>4/15/2026</a:t>
            </a:fld>
            <a:endParaRPr lang="en-US"/>
          </a:p>
        </p:txBody>
      </p:sp>
      <p:sp>
        <p:nvSpPr>
          <p:cNvPr id="6" name="Footer Placeholder 4">
            <a:extLst>
              <a:ext uri="{FF2B5EF4-FFF2-40B4-BE49-F238E27FC236}">
                <a16:creationId xmlns:a16="http://schemas.microsoft.com/office/drawing/2014/main" id="{84C50F42-8FFD-F14A-BF71-5581540685FE}"/>
              </a:ext>
            </a:extLst>
          </p:cNvPr>
          <p:cNvSpPr txBox="1">
            <a:spLocks noGrp="1"/>
          </p:cNvSpPr>
          <p:nvPr>
            <p:ph type="ftr" sz="quarter" idx="9"/>
          </p:nvPr>
        </p:nvSpPr>
        <p:spPr/>
        <p:txBody>
          <a:bodyPr/>
          <a:lstStyle>
            <a:lvl1pPr>
              <a:defRPr/>
            </a:lvl1pPr>
          </a:lstStyle>
          <a:p>
            <a:pPr lvl="0"/>
            <a:endParaRPr lang="en-US"/>
          </a:p>
        </p:txBody>
      </p:sp>
      <p:sp>
        <p:nvSpPr>
          <p:cNvPr id="7" name="Slide Number Placeholder 5">
            <a:extLst>
              <a:ext uri="{FF2B5EF4-FFF2-40B4-BE49-F238E27FC236}">
                <a16:creationId xmlns:a16="http://schemas.microsoft.com/office/drawing/2014/main" id="{8DB79B74-7CCB-E291-4BB2-CA8DA1BAFC4B}"/>
              </a:ext>
            </a:extLst>
          </p:cNvPr>
          <p:cNvSpPr txBox="1">
            <a:spLocks noGrp="1"/>
          </p:cNvSpPr>
          <p:nvPr>
            <p:ph type="sldNum" sz="quarter" idx="8"/>
          </p:nvPr>
        </p:nvSpPr>
        <p:spPr/>
        <p:txBody>
          <a:bodyPr/>
          <a:lstStyle>
            <a:lvl1pPr>
              <a:defRPr/>
            </a:lvl1pPr>
          </a:lstStyle>
          <a:p>
            <a:pPr lvl="0"/>
            <a:fld id="{A9F32D4E-9AB8-41E7-A9EB-52067F5FEB17}" type="slidenum">
              <a:t>‹nº›</a:t>
            </a:fld>
            <a:endParaRPr lang="en-US"/>
          </a:p>
        </p:txBody>
      </p:sp>
    </p:spTree>
    <p:extLst>
      <p:ext uri="{BB962C8B-B14F-4D97-AF65-F5344CB8AC3E}">
        <p14:creationId xmlns:p14="http://schemas.microsoft.com/office/powerpoint/2010/main" val="284674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7402EBA-013D-9FEF-F3A0-888C0281964A}"/>
              </a:ext>
            </a:extLst>
          </p:cNvPr>
          <p:cNvSpPr/>
          <p:nvPr/>
        </p:nvSpPr>
        <p:spPr>
          <a:xfrm>
            <a:off x="6629400" y="449793"/>
            <a:ext cx="2180112" cy="4362712"/>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3" name="Vertical Title 1">
            <a:extLst>
              <a:ext uri="{FF2B5EF4-FFF2-40B4-BE49-F238E27FC236}">
                <a16:creationId xmlns:a16="http://schemas.microsoft.com/office/drawing/2014/main" id="{F8BEFF1C-41F5-4EBC-565A-B26783BED5F5}"/>
              </a:ext>
            </a:extLst>
          </p:cNvPr>
          <p:cNvSpPr txBox="1">
            <a:spLocks noGrp="1"/>
          </p:cNvSpPr>
          <p:nvPr>
            <p:ph type="title" orient="vert"/>
          </p:nvPr>
        </p:nvSpPr>
        <p:spPr>
          <a:xfrm>
            <a:off x="6629400" y="506797"/>
            <a:ext cx="1503127" cy="3887306"/>
          </a:xfrm>
        </p:spPr>
        <p:txBody>
          <a:bodyPr vert="eaVert"/>
          <a:lstStyle>
            <a:lvl1pPr>
              <a:defRPr/>
            </a:lvl1pPr>
          </a:lstStyle>
          <a:p>
            <a:pPr lvl="0"/>
            <a:r>
              <a:rPr lang="pt-BR"/>
              <a:t>Clique para editar o título Mestre</a:t>
            </a:r>
            <a:endParaRPr lang="en-US"/>
          </a:p>
        </p:txBody>
      </p:sp>
      <p:sp>
        <p:nvSpPr>
          <p:cNvPr id="4" name="Vertical Text Placeholder 2">
            <a:extLst>
              <a:ext uri="{FF2B5EF4-FFF2-40B4-BE49-F238E27FC236}">
                <a16:creationId xmlns:a16="http://schemas.microsoft.com/office/drawing/2014/main" id="{91462B9C-6343-E306-00F6-3C56C00D83D0}"/>
              </a:ext>
            </a:extLst>
          </p:cNvPr>
          <p:cNvSpPr txBox="1">
            <a:spLocks noGrp="1"/>
          </p:cNvSpPr>
          <p:nvPr>
            <p:ph type="body" orient="vert" idx="1"/>
          </p:nvPr>
        </p:nvSpPr>
        <p:spPr>
          <a:xfrm>
            <a:off x="581192" y="506797"/>
            <a:ext cx="5922212" cy="3887306"/>
          </a:xfrm>
        </p:spPr>
        <p:txBody>
          <a:bodyPr vert="eaVert" anchor="t"/>
          <a:lstStyle>
            <a:lvl1pPr>
              <a:defRPr/>
            </a:lvl1pPr>
            <a:lvl2pPr>
              <a:defRPr/>
            </a:lvl2pPr>
            <a:lvl3pPr>
              <a:defRPr/>
            </a:lvl3pPr>
            <a:lvl4pPr>
              <a:defRPr/>
            </a:lvl4pPr>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3">
            <a:extLst>
              <a:ext uri="{FF2B5EF4-FFF2-40B4-BE49-F238E27FC236}">
                <a16:creationId xmlns:a16="http://schemas.microsoft.com/office/drawing/2014/main" id="{C978CF14-03D1-65B2-36D4-0CD8BA231D0C}"/>
              </a:ext>
            </a:extLst>
          </p:cNvPr>
          <p:cNvSpPr txBox="1">
            <a:spLocks noGrp="1"/>
          </p:cNvSpPr>
          <p:nvPr>
            <p:ph type="dt" sz="half" idx="7"/>
          </p:nvPr>
        </p:nvSpPr>
        <p:spPr>
          <a:xfrm>
            <a:off x="6745254" y="4467100"/>
            <a:ext cx="996101" cy="273844"/>
          </a:xfrm>
        </p:spPr>
        <p:txBody>
          <a:bodyPr/>
          <a:lstStyle>
            <a:lvl1pPr>
              <a:defRPr>
                <a:solidFill>
                  <a:srgbClr val="78C45C"/>
                </a:solidFill>
              </a:defRPr>
            </a:lvl1pPr>
          </a:lstStyle>
          <a:p>
            <a:pPr lvl="0"/>
            <a:fld id="{F4AF79BA-8466-48C0-8A3B-3CD920B4DF6E}" type="datetime1">
              <a:rPr lang="en-US"/>
              <a:pPr lvl="0"/>
              <a:t>4/15/2026</a:t>
            </a:fld>
            <a:endParaRPr lang="en-US"/>
          </a:p>
        </p:txBody>
      </p:sp>
      <p:sp>
        <p:nvSpPr>
          <p:cNvPr id="6" name="Footer Placeholder 4">
            <a:extLst>
              <a:ext uri="{FF2B5EF4-FFF2-40B4-BE49-F238E27FC236}">
                <a16:creationId xmlns:a16="http://schemas.microsoft.com/office/drawing/2014/main" id="{AB35FE0C-E83B-2E84-F9D7-67937792BD98}"/>
              </a:ext>
            </a:extLst>
          </p:cNvPr>
          <p:cNvSpPr txBox="1">
            <a:spLocks noGrp="1"/>
          </p:cNvSpPr>
          <p:nvPr>
            <p:ph type="ftr" sz="quarter" idx="9"/>
          </p:nvPr>
        </p:nvSpPr>
        <p:spPr>
          <a:xfrm>
            <a:off x="581192" y="4463863"/>
            <a:ext cx="5922212" cy="273844"/>
          </a:xfrm>
        </p:spPr>
        <p:txBody>
          <a:bodyPr/>
          <a:lstStyle>
            <a:lvl1pPr>
              <a:defRPr/>
            </a:lvl1pPr>
          </a:lstStyle>
          <a:p>
            <a:pPr lvl="0"/>
            <a:endParaRPr lang="en-US"/>
          </a:p>
        </p:txBody>
      </p:sp>
      <p:sp>
        <p:nvSpPr>
          <p:cNvPr id="7" name="Slide Number Placeholder 5">
            <a:extLst>
              <a:ext uri="{FF2B5EF4-FFF2-40B4-BE49-F238E27FC236}">
                <a16:creationId xmlns:a16="http://schemas.microsoft.com/office/drawing/2014/main" id="{093A3938-97A7-C6A3-02AB-B891FB071884}"/>
              </a:ext>
            </a:extLst>
          </p:cNvPr>
          <p:cNvSpPr txBox="1">
            <a:spLocks noGrp="1"/>
          </p:cNvSpPr>
          <p:nvPr>
            <p:ph type="sldNum" sz="quarter" idx="8"/>
          </p:nvPr>
        </p:nvSpPr>
        <p:spPr>
          <a:xfrm>
            <a:off x="7834963" y="4467100"/>
            <a:ext cx="873142" cy="273844"/>
          </a:xfrm>
        </p:spPr>
        <p:txBody>
          <a:bodyPr/>
          <a:lstStyle>
            <a:lvl1pPr>
              <a:defRPr/>
            </a:lvl1pPr>
          </a:lstStyle>
          <a:p>
            <a:pPr lvl="0"/>
            <a:fld id="{555BE99D-3B0C-4CCD-B9C7-C4FDDEDCFF3B}" type="slidenum">
              <a:t>‹nº›</a:t>
            </a:fld>
            <a:endParaRPr lang="en-US"/>
          </a:p>
        </p:txBody>
      </p:sp>
    </p:spTree>
    <p:extLst>
      <p:ext uri="{BB962C8B-B14F-4D97-AF65-F5344CB8AC3E}">
        <p14:creationId xmlns:p14="http://schemas.microsoft.com/office/powerpoint/2010/main" val="3717370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FFFFFF"/>
        </a:solidFill>
        <a:effectLst/>
      </p:bgPr>
    </p:bg>
    <p:spTree>
      <p:nvGrpSpPr>
        <p:cNvPr id="1" name=""/>
        <p:cNvGrpSpPr/>
        <p:nvPr/>
      </p:nvGrpSpPr>
      <p:grpSpPr>
        <a:xfrm>
          <a:off x="0" y="0"/>
          <a:ext cx="0" cy="0"/>
          <a:chOff x="0" y="0"/>
          <a:chExt cx="0" cy="0"/>
        </a:xfrm>
      </p:grpSpPr>
      <p:sp>
        <p:nvSpPr>
          <p:cNvPr id="2" name="Shape 11">
            <a:extLst>
              <a:ext uri="{FF2B5EF4-FFF2-40B4-BE49-F238E27FC236}">
                <a16:creationId xmlns:a16="http://schemas.microsoft.com/office/drawing/2014/main" id="{069C4ED3-2E11-3ABC-75CA-10202735DE3B}"/>
              </a:ext>
            </a:extLst>
          </p:cNvPr>
          <p:cNvSpPr txBox="1">
            <a:spLocks noGrp="1"/>
          </p:cNvSpPr>
          <p:nvPr>
            <p:ph type="ctrTitle"/>
          </p:nvPr>
        </p:nvSpPr>
        <p:spPr>
          <a:xfrm>
            <a:off x="468922" y="2387251"/>
            <a:ext cx="3636596" cy="2258997"/>
          </a:xfrm>
        </p:spPr>
        <p:txBody>
          <a:bodyPr lIns="91421" tIns="91421" rIns="91421" bIns="91421" anchor="t"/>
          <a:lstStyle>
            <a:lvl1pPr>
              <a:defRPr sz="3000" b="1">
                <a:solidFill>
                  <a:srgbClr val="F67031"/>
                </a:solidFill>
              </a:defRPr>
            </a:lvl1pPr>
          </a:lstStyle>
          <a:p>
            <a:pPr lvl="0"/>
            <a:endParaRPr lang="pt-BR"/>
          </a:p>
        </p:txBody>
      </p:sp>
      <p:pic>
        <p:nvPicPr>
          <p:cNvPr id="3" name="Picture 11" descr="logo_uerj_cor.png">
            <a:extLst>
              <a:ext uri="{FF2B5EF4-FFF2-40B4-BE49-F238E27FC236}">
                <a16:creationId xmlns:a16="http://schemas.microsoft.com/office/drawing/2014/main" id="{EC26C1FA-5A91-3E4B-660B-DDBCFF8DD647}"/>
              </a:ext>
            </a:extLst>
          </p:cNvPr>
          <p:cNvPicPr>
            <a:picLocks noChangeAspect="1"/>
          </p:cNvPicPr>
          <p:nvPr/>
        </p:nvPicPr>
        <p:blipFill>
          <a:blip r:embed="rId2"/>
          <a:stretch>
            <a:fillRect/>
          </a:stretch>
        </p:blipFill>
        <p:spPr>
          <a:xfrm>
            <a:off x="312733" y="555571"/>
            <a:ext cx="495083" cy="544836"/>
          </a:xfrm>
          <a:prstGeom prst="rect">
            <a:avLst/>
          </a:prstGeom>
          <a:noFill/>
          <a:ln cap="flat">
            <a:noFill/>
          </a:ln>
        </p:spPr>
      </p:pic>
      <p:pic>
        <p:nvPicPr>
          <p:cNvPr id="4" name="Imagem 2" descr="Logotipo&#10;&#10;Descrição gerada automaticamente">
            <a:extLst>
              <a:ext uri="{FF2B5EF4-FFF2-40B4-BE49-F238E27FC236}">
                <a16:creationId xmlns:a16="http://schemas.microsoft.com/office/drawing/2014/main" id="{2A82D9AF-5943-B9FB-0AAF-DF952A641F9D}"/>
              </a:ext>
            </a:extLst>
          </p:cNvPr>
          <p:cNvPicPr>
            <a:picLocks noChangeAspect="1"/>
          </p:cNvPicPr>
          <p:nvPr/>
        </p:nvPicPr>
        <p:blipFill>
          <a:blip r:embed="rId3"/>
          <a:stretch>
            <a:fillRect/>
          </a:stretch>
        </p:blipFill>
        <p:spPr>
          <a:xfrm>
            <a:off x="1098185" y="532427"/>
            <a:ext cx="456907" cy="562200"/>
          </a:xfrm>
          <a:prstGeom prst="rect">
            <a:avLst/>
          </a:prstGeom>
          <a:noFill/>
          <a:ln cap="flat">
            <a:noFill/>
          </a:ln>
        </p:spPr>
      </p:pic>
      <p:cxnSp>
        <p:nvCxnSpPr>
          <p:cNvPr id="5" name="Straight Connector 13">
            <a:extLst>
              <a:ext uri="{FF2B5EF4-FFF2-40B4-BE49-F238E27FC236}">
                <a16:creationId xmlns:a16="http://schemas.microsoft.com/office/drawing/2014/main" id="{DF8CFD00-C26D-4518-9428-E10DD4620492}"/>
              </a:ext>
            </a:extLst>
          </p:cNvPr>
          <p:cNvCxnSpPr/>
          <p:nvPr/>
        </p:nvCxnSpPr>
        <p:spPr>
          <a:xfrm rot="5400013">
            <a:off x="658203" y="853354"/>
            <a:ext cx="592476" cy="0"/>
          </a:xfrm>
          <a:prstGeom prst="straightConnector1">
            <a:avLst/>
          </a:prstGeom>
          <a:noFill/>
          <a:ln w="22229" cap="rnd">
            <a:solidFill>
              <a:srgbClr val="C2C2C2"/>
            </a:solidFill>
            <a:custDash>
              <a:ds d="900000" sp="0"/>
            </a:custDash>
            <a:miter/>
          </a:ln>
        </p:spPr>
      </p:cxnSp>
      <p:pic>
        <p:nvPicPr>
          <p:cNvPr id="6" name="Imagem 4" descr="Texto&#10;&#10;Descrição gerada automaticamente com confiança baixa">
            <a:extLst>
              <a:ext uri="{FF2B5EF4-FFF2-40B4-BE49-F238E27FC236}">
                <a16:creationId xmlns:a16="http://schemas.microsoft.com/office/drawing/2014/main" id="{845101A1-FB22-4A01-5CA2-C2166EEA9CC5}"/>
              </a:ext>
            </a:extLst>
          </p:cNvPr>
          <p:cNvPicPr>
            <a:picLocks noChangeAspect="1"/>
          </p:cNvPicPr>
          <p:nvPr/>
        </p:nvPicPr>
        <p:blipFill>
          <a:blip r:embed="rId4"/>
          <a:stretch>
            <a:fillRect/>
          </a:stretch>
        </p:blipFill>
        <p:spPr>
          <a:xfrm>
            <a:off x="1484436" y="362833"/>
            <a:ext cx="964371" cy="898800"/>
          </a:xfrm>
          <a:prstGeom prst="rect">
            <a:avLst/>
          </a:prstGeom>
          <a:noFill/>
          <a:ln cap="flat">
            <a:noFill/>
          </a:ln>
        </p:spPr>
      </p:pic>
    </p:spTree>
    <p:extLst>
      <p:ext uri="{BB962C8B-B14F-4D97-AF65-F5344CB8AC3E}">
        <p14:creationId xmlns:p14="http://schemas.microsoft.com/office/powerpoint/2010/main" val="40929093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ubtitle">
    <p:bg>
      <p:bgPr>
        <a:solidFill>
          <a:srgbClr val="FFFFFF"/>
        </a:solidFill>
        <a:effectLst/>
      </p:bgPr>
    </p:bg>
    <p:spTree>
      <p:nvGrpSpPr>
        <p:cNvPr id="1" name=""/>
        <p:cNvGrpSpPr/>
        <p:nvPr/>
      </p:nvGrpSpPr>
      <p:grpSpPr>
        <a:xfrm>
          <a:off x="0" y="0"/>
          <a:ext cx="0" cy="0"/>
          <a:chOff x="0" y="0"/>
          <a:chExt cx="0" cy="0"/>
        </a:xfrm>
      </p:grpSpPr>
      <p:sp>
        <p:nvSpPr>
          <p:cNvPr id="2" name="Shape 16">
            <a:extLst>
              <a:ext uri="{FF2B5EF4-FFF2-40B4-BE49-F238E27FC236}">
                <a16:creationId xmlns:a16="http://schemas.microsoft.com/office/drawing/2014/main" id="{DA680F7B-8B31-B9D7-29B5-FD9E37600C83}"/>
              </a:ext>
            </a:extLst>
          </p:cNvPr>
          <p:cNvSpPr txBox="1">
            <a:spLocks noGrp="1"/>
          </p:cNvSpPr>
          <p:nvPr>
            <p:ph type="title"/>
          </p:nvPr>
        </p:nvSpPr>
        <p:spPr>
          <a:xfrm>
            <a:off x="277099" y="284195"/>
            <a:ext cx="1824840" cy="3678000"/>
          </a:xfrm>
        </p:spPr>
        <p:txBody>
          <a:bodyPr lIns="91421" tIns="91421" rIns="91421" bIns="91421"/>
          <a:lstStyle>
            <a:lvl1pPr>
              <a:defRPr>
                <a:solidFill>
                  <a:srgbClr val="F67031"/>
                </a:solidFill>
              </a:defRPr>
            </a:lvl1pPr>
          </a:lstStyle>
          <a:p>
            <a:pPr lvl="0"/>
            <a:endParaRPr lang="pt-BR"/>
          </a:p>
        </p:txBody>
      </p:sp>
      <p:sp>
        <p:nvSpPr>
          <p:cNvPr id="3" name="Shape 17">
            <a:extLst>
              <a:ext uri="{FF2B5EF4-FFF2-40B4-BE49-F238E27FC236}">
                <a16:creationId xmlns:a16="http://schemas.microsoft.com/office/drawing/2014/main" id="{1636BBE0-504A-C70D-E9B0-9F0E81229E99}"/>
              </a:ext>
            </a:extLst>
          </p:cNvPr>
          <p:cNvSpPr txBox="1">
            <a:spLocks noGrp="1"/>
          </p:cNvSpPr>
          <p:nvPr>
            <p:ph type="subTitle" idx="4294967295"/>
          </p:nvPr>
        </p:nvSpPr>
        <p:spPr>
          <a:xfrm>
            <a:off x="277099" y="3983053"/>
            <a:ext cx="1824840" cy="784802"/>
          </a:xfrm>
        </p:spPr>
        <p:txBody>
          <a:bodyPr lIns="91421" tIns="91421" rIns="91421" bIns="91421" anchor="t"/>
          <a:lstStyle>
            <a:lvl1pPr>
              <a:spcBef>
                <a:spcPts val="0"/>
              </a:spcBef>
              <a:buNone/>
              <a:defRPr i="1">
                <a:solidFill>
                  <a:srgbClr val="999999"/>
                </a:solidFill>
                <a:latin typeface="Georgia"/>
                <a:ea typeface="Georgia"/>
                <a:cs typeface="Georgia"/>
              </a:defRPr>
            </a:lvl1pPr>
          </a:lstStyle>
          <a:p>
            <a:pPr lvl="0"/>
            <a:endParaRPr lang="pt-BR"/>
          </a:p>
        </p:txBody>
      </p:sp>
      <p:pic>
        <p:nvPicPr>
          <p:cNvPr id="4" name="Picture 11" descr="logo_uerj_cor.png">
            <a:extLst>
              <a:ext uri="{FF2B5EF4-FFF2-40B4-BE49-F238E27FC236}">
                <a16:creationId xmlns:a16="http://schemas.microsoft.com/office/drawing/2014/main" id="{0623A3EA-443D-9AF6-9037-6BE45EF99704}"/>
              </a:ext>
            </a:extLst>
          </p:cNvPr>
          <p:cNvPicPr>
            <a:picLocks noChangeAspect="1"/>
          </p:cNvPicPr>
          <p:nvPr/>
        </p:nvPicPr>
        <p:blipFill>
          <a:blip r:embed="rId2"/>
          <a:stretch>
            <a:fillRect/>
          </a:stretch>
        </p:blipFill>
        <p:spPr>
          <a:xfrm>
            <a:off x="7333771" y="534210"/>
            <a:ext cx="384230" cy="422845"/>
          </a:xfrm>
          <a:prstGeom prst="rect">
            <a:avLst/>
          </a:prstGeom>
          <a:noFill/>
          <a:ln cap="flat">
            <a:noFill/>
          </a:ln>
        </p:spPr>
      </p:pic>
      <p:pic>
        <p:nvPicPr>
          <p:cNvPr id="5" name="Imagem 9" descr="Logotipo&#10;&#10;Descrição gerada automaticamente">
            <a:extLst>
              <a:ext uri="{FF2B5EF4-FFF2-40B4-BE49-F238E27FC236}">
                <a16:creationId xmlns:a16="http://schemas.microsoft.com/office/drawing/2014/main" id="{1CB05FD5-4623-B33B-AA3A-EE67609D5B07}"/>
              </a:ext>
            </a:extLst>
          </p:cNvPr>
          <p:cNvPicPr>
            <a:picLocks noChangeAspect="1"/>
          </p:cNvPicPr>
          <p:nvPr/>
        </p:nvPicPr>
        <p:blipFill>
          <a:blip r:embed="rId3"/>
          <a:stretch>
            <a:fillRect/>
          </a:stretch>
        </p:blipFill>
        <p:spPr>
          <a:xfrm>
            <a:off x="7939122" y="524371"/>
            <a:ext cx="354604" cy="436324"/>
          </a:xfrm>
          <a:prstGeom prst="rect">
            <a:avLst/>
          </a:prstGeom>
          <a:noFill/>
          <a:ln cap="flat">
            <a:noFill/>
          </a:ln>
        </p:spPr>
      </p:pic>
      <p:cxnSp>
        <p:nvCxnSpPr>
          <p:cNvPr id="6" name="Straight Connector 13">
            <a:extLst>
              <a:ext uri="{FF2B5EF4-FFF2-40B4-BE49-F238E27FC236}">
                <a16:creationId xmlns:a16="http://schemas.microsoft.com/office/drawing/2014/main" id="{F48C052C-6EB0-F537-CB9B-E78543D4B507}"/>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7" name="Imagem 11" descr="Texto&#10;&#10;Descrição gerada automaticamente com confiança baixa">
            <a:extLst>
              <a:ext uri="{FF2B5EF4-FFF2-40B4-BE49-F238E27FC236}">
                <a16:creationId xmlns:a16="http://schemas.microsoft.com/office/drawing/2014/main" id="{99A5BC18-A47C-4C12-FADC-52C14D2BAFA6}"/>
              </a:ext>
            </a:extLst>
          </p:cNvPr>
          <p:cNvPicPr>
            <a:picLocks noChangeAspect="1"/>
          </p:cNvPicPr>
          <p:nvPr/>
        </p:nvPicPr>
        <p:blipFill>
          <a:blip r:embed="rId4"/>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35666074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p:bg>
      <p:bgPr>
        <a:solidFill>
          <a:srgbClr val="FFFFFF">
            <a:alpha val="89000"/>
          </a:srgbClr>
        </a:solidFill>
        <a:effectLst/>
      </p:bgPr>
    </p:bg>
    <p:spTree>
      <p:nvGrpSpPr>
        <p:cNvPr id="1" name=""/>
        <p:cNvGrpSpPr/>
        <p:nvPr/>
      </p:nvGrpSpPr>
      <p:grpSpPr>
        <a:xfrm>
          <a:off x="0" y="0"/>
          <a:ext cx="0" cy="0"/>
          <a:chOff x="0" y="0"/>
          <a:chExt cx="0" cy="0"/>
        </a:xfrm>
      </p:grpSpPr>
      <p:pic>
        <p:nvPicPr>
          <p:cNvPr id="2" name="Picture 11" descr="logo_uerj_cor.png">
            <a:extLst>
              <a:ext uri="{FF2B5EF4-FFF2-40B4-BE49-F238E27FC236}">
                <a16:creationId xmlns:a16="http://schemas.microsoft.com/office/drawing/2014/main" id="{67AE1765-12BC-535A-FC1A-D265DB9D4AC6}"/>
              </a:ext>
            </a:extLst>
          </p:cNvPr>
          <p:cNvPicPr>
            <a:picLocks noChangeAspect="1"/>
          </p:cNvPicPr>
          <p:nvPr/>
        </p:nvPicPr>
        <p:blipFill>
          <a:blip r:embed="rId2"/>
          <a:stretch>
            <a:fillRect/>
          </a:stretch>
        </p:blipFill>
        <p:spPr>
          <a:xfrm>
            <a:off x="7333771" y="534210"/>
            <a:ext cx="384230" cy="422845"/>
          </a:xfrm>
          <a:prstGeom prst="rect">
            <a:avLst/>
          </a:prstGeom>
          <a:noFill/>
          <a:ln cap="flat">
            <a:noFill/>
          </a:ln>
        </p:spPr>
      </p:pic>
      <p:pic>
        <p:nvPicPr>
          <p:cNvPr id="3" name="Imagem 6" descr="Logotipo&#10;&#10;Descrição gerada automaticamente">
            <a:extLst>
              <a:ext uri="{FF2B5EF4-FFF2-40B4-BE49-F238E27FC236}">
                <a16:creationId xmlns:a16="http://schemas.microsoft.com/office/drawing/2014/main" id="{45BFE2BA-2822-9714-E53B-11AE865EF648}"/>
              </a:ext>
            </a:extLst>
          </p:cNvPr>
          <p:cNvPicPr>
            <a:picLocks noChangeAspect="1"/>
          </p:cNvPicPr>
          <p:nvPr/>
        </p:nvPicPr>
        <p:blipFill>
          <a:blip r:embed="rId3"/>
          <a:stretch>
            <a:fillRect/>
          </a:stretch>
        </p:blipFill>
        <p:spPr>
          <a:xfrm>
            <a:off x="7939122" y="524371"/>
            <a:ext cx="354604" cy="436324"/>
          </a:xfrm>
          <a:prstGeom prst="rect">
            <a:avLst/>
          </a:prstGeom>
          <a:noFill/>
          <a:ln cap="flat">
            <a:noFill/>
          </a:ln>
        </p:spPr>
      </p:pic>
      <p:cxnSp>
        <p:nvCxnSpPr>
          <p:cNvPr id="4" name="Straight Connector 13">
            <a:extLst>
              <a:ext uri="{FF2B5EF4-FFF2-40B4-BE49-F238E27FC236}">
                <a16:creationId xmlns:a16="http://schemas.microsoft.com/office/drawing/2014/main" id="{C65B6658-09D5-11D2-36B3-A85974ACDD06}"/>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5" name="Imagem 9" descr="Texto&#10;&#10;Descrição gerada automaticamente com confiança baixa">
            <a:extLst>
              <a:ext uri="{FF2B5EF4-FFF2-40B4-BE49-F238E27FC236}">
                <a16:creationId xmlns:a16="http://schemas.microsoft.com/office/drawing/2014/main" id="{3091A297-6E5B-7F79-638D-C3FB201BFE98}"/>
              </a:ext>
            </a:extLst>
          </p:cNvPr>
          <p:cNvPicPr>
            <a:picLocks noChangeAspect="1"/>
          </p:cNvPicPr>
          <p:nvPr/>
        </p:nvPicPr>
        <p:blipFill>
          <a:blip r:embed="rId4"/>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16889276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1 column">
    <p:bg>
      <p:bgPr>
        <a:solidFill>
          <a:srgbClr val="FFFFFF"/>
        </a:solidFill>
        <a:effectLst/>
      </p:bgPr>
    </p:bg>
    <p:spTree>
      <p:nvGrpSpPr>
        <p:cNvPr id="1" name=""/>
        <p:cNvGrpSpPr/>
        <p:nvPr/>
      </p:nvGrpSpPr>
      <p:grpSpPr>
        <a:xfrm>
          <a:off x="0" y="0"/>
          <a:ext cx="0" cy="0"/>
          <a:chOff x="0" y="0"/>
          <a:chExt cx="0" cy="0"/>
        </a:xfrm>
      </p:grpSpPr>
      <p:sp>
        <p:nvSpPr>
          <p:cNvPr id="2" name="Shape 36">
            <a:extLst>
              <a:ext uri="{FF2B5EF4-FFF2-40B4-BE49-F238E27FC236}">
                <a16:creationId xmlns:a16="http://schemas.microsoft.com/office/drawing/2014/main" id="{1D55461B-56AE-1880-3035-BD9A24E819CB}"/>
              </a:ext>
            </a:extLst>
          </p:cNvPr>
          <p:cNvSpPr txBox="1">
            <a:spLocks noGrp="1"/>
          </p:cNvSpPr>
          <p:nvPr>
            <p:ph type="body" idx="4294967295"/>
          </p:nvPr>
        </p:nvSpPr>
        <p:spPr>
          <a:xfrm>
            <a:off x="3090626" y="575495"/>
            <a:ext cx="5596201" cy="3980995"/>
          </a:xfrm>
        </p:spPr>
        <p:txBody>
          <a:bodyPr lIns="91421" tIns="91421" rIns="91421" bIns="91421" anchor="t"/>
          <a:lstStyle>
            <a:lvl1pPr>
              <a:spcBef>
                <a:spcPts val="0"/>
              </a:spcBef>
              <a:defRPr/>
            </a:lvl1pPr>
          </a:lstStyle>
          <a:p>
            <a:pPr lvl="0"/>
            <a:endParaRPr lang="pt-BR"/>
          </a:p>
        </p:txBody>
      </p:sp>
      <p:sp>
        <p:nvSpPr>
          <p:cNvPr id="3" name="Shape 37">
            <a:extLst>
              <a:ext uri="{FF2B5EF4-FFF2-40B4-BE49-F238E27FC236}">
                <a16:creationId xmlns:a16="http://schemas.microsoft.com/office/drawing/2014/main" id="{449C95D7-9BE4-6FFA-0C32-22479F267577}"/>
              </a:ext>
            </a:extLst>
          </p:cNvPr>
          <p:cNvSpPr txBox="1">
            <a:spLocks noGrp="1"/>
          </p:cNvSpPr>
          <p:nvPr>
            <p:ph type="sldNum" sz="quarter" idx="8"/>
          </p:nvPr>
        </p:nvSpPr>
        <p:spPr>
          <a:xfrm>
            <a:off x="78903" y="4705447"/>
            <a:ext cx="548704" cy="393603"/>
          </a:xfrm>
        </p:spPr>
        <p:txBody>
          <a:bodyPr lIns="91421" tIns="91421" rIns="91421" bIns="91421"/>
          <a:lstStyle>
            <a:lvl1pPr>
              <a:defRPr sz="675">
                <a:solidFill>
                  <a:srgbClr val="8AB833"/>
                </a:solidFill>
                <a:latin typeface="Gill Sans MT"/>
              </a:defRPr>
            </a:lvl1pPr>
          </a:lstStyle>
          <a:p>
            <a:pPr lvl="0"/>
            <a:fld id="{35041AC5-1492-417A-9ADF-B1AAED09CCD9}" type="slidenum">
              <a:t>‹nº›</a:t>
            </a:fld>
            <a:endParaRPr lang="en-US"/>
          </a:p>
        </p:txBody>
      </p:sp>
      <p:cxnSp>
        <p:nvCxnSpPr>
          <p:cNvPr id="4" name="Straight Connector 7">
            <a:extLst>
              <a:ext uri="{FF2B5EF4-FFF2-40B4-BE49-F238E27FC236}">
                <a16:creationId xmlns:a16="http://schemas.microsoft.com/office/drawing/2014/main" id="{F3DF7565-FD1F-7AD1-C0EB-41688AC0E63D}"/>
              </a:ext>
            </a:extLst>
          </p:cNvPr>
          <p:cNvCxnSpPr/>
          <p:nvPr/>
        </p:nvCxnSpPr>
        <p:spPr>
          <a:xfrm>
            <a:off x="2178576" y="4542227"/>
            <a:ext cx="5064176" cy="0"/>
          </a:xfrm>
          <a:prstGeom prst="straightConnector1">
            <a:avLst/>
          </a:prstGeom>
          <a:noFill/>
          <a:ln w="9528" cap="rnd">
            <a:solidFill>
              <a:srgbClr val="BFBFBF"/>
            </a:solidFill>
            <a:custDash>
              <a:ds d="900000" sp="0"/>
            </a:custDash>
            <a:miter/>
          </a:ln>
        </p:spPr>
      </p:cxnSp>
      <p:sp>
        <p:nvSpPr>
          <p:cNvPr id="5" name="Shape 35">
            <a:extLst>
              <a:ext uri="{FF2B5EF4-FFF2-40B4-BE49-F238E27FC236}">
                <a16:creationId xmlns:a16="http://schemas.microsoft.com/office/drawing/2014/main" id="{93987264-7363-83AA-438F-728C0B76C291}"/>
              </a:ext>
            </a:extLst>
          </p:cNvPr>
          <p:cNvSpPr txBox="1">
            <a:spLocks noGrp="1"/>
          </p:cNvSpPr>
          <p:nvPr>
            <p:ph type="title"/>
          </p:nvPr>
        </p:nvSpPr>
        <p:spPr>
          <a:xfrm>
            <a:off x="179707" y="575495"/>
            <a:ext cx="1800481" cy="2401744"/>
          </a:xfrm>
        </p:spPr>
        <p:txBody>
          <a:bodyPr lIns="91421" tIns="91421" rIns="91421" bIns="91421" anchor="t"/>
          <a:lstStyle>
            <a:lvl1pPr>
              <a:defRPr/>
            </a:lvl1pPr>
          </a:lstStyle>
          <a:p>
            <a:pPr lvl="0"/>
            <a:endParaRPr lang="pt-BR"/>
          </a:p>
        </p:txBody>
      </p:sp>
      <p:cxnSp>
        <p:nvCxnSpPr>
          <p:cNvPr id="6" name="Straight Connector 14">
            <a:extLst>
              <a:ext uri="{FF2B5EF4-FFF2-40B4-BE49-F238E27FC236}">
                <a16:creationId xmlns:a16="http://schemas.microsoft.com/office/drawing/2014/main" id="{217F507E-D397-C020-E9F6-CBB3417B575F}"/>
              </a:ext>
            </a:extLst>
          </p:cNvPr>
          <p:cNvCxnSpPr/>
          <p:nvPr/>
        </p:nvCxnSpPr>
        <p:spPr>
          <a:xfrm flipV="1">
            <a:off x="2671218" y="4902253"/>
            <a:ext cx="4571534" cy="15947"/>
          </a:xfrm>
          <a:prstGeom prst="straightConnector1">
            <a:avLst/>
          </a:prstGeom>
          <a:noFill/>
          <a:ln w="9528" cap="rnd">
            <a:solidFill>
              <a:srgbClr val="BFBFBF"/>
            </a:solidFill>
            <a:custDash>
              <a:ds d="900000" sp="0"/>
            </a:custDash>
            <a:miter/>
          </a:ln>
        </p:spPr>
      </p:cxnSp>
      <p:pic>
        <p:nvPicPr>
          <p:cNvPr id="7" name="Picture 3" descr="uerj-01.png">
            <a:extLst>
              <a:ext uri="{FF2B5EF4-FFF2-40B4-BE49-F238E27FC236}">
                <a16:creationId xmlns:a16="http://schemas.microsoft.com/office/drawing/2014/main" id="{67217488-17FA-1DE7-308B-F44DE5668E20}"/>
              </a:ext>
            </a:extLst>
          </p:cNvPr>
          <p:cNvPicPr>
            <a:picLocks noChangeAspect="1"/>
          </p:cNvPicPr>
          <p:nvPr/>
        </p:nvPicPr>
        <p:blipFill>
          <a:blip r:embed="rId2"/>
          <a:stretch>
            <a:fillRect/>
          </a:stretch>
        </p:blipFill>
        <p:spPr>
          <a:xfrm>
            <a:off x="8246013" y="3734839"/>
            <a:ext cx="938933" cy="663022"/>
          </a:xfrm>
          <a:prstGeom prst="rect">
            <a:avLst/>
          </a:prstGeom>
          <a:noFill/>
          <a:ln cap="flat">
            <a:noFill/>
          </a:ln>
        </p:spPr>
      </p:pic>
      <p:pic>
        <p:nvPicPr>
          <p:cNvPr id="8" name="Imagem 15" descr="Texto&#10;&#10;Descrição gerada automaticamente com confiança média">
            <a:extLst>
              <a:ext uri="{FF2B5EF4-FFF2-40B4-BE49-F238E27FC236}">
                <a16:creationId xmlns:a16="http://schemas.microsoft.com/office/drawing/2014/main" id="{D5E8BFD4-B580-ACDA-0D9D-8352FFA4F63A}"/>
              </a:ext>
            </a:extLst>
          </p:cNvPr>
          <p:cNvPicPr>
            <a:picLocks noChangeAspect="1"/>
          </p:cNvPicPr>
          <p:nvPr/>
        </p:nvPicPr>
        <p:blipFill>
          <a:blip r:embed="rId3"/>
          <a:stretch>
            <a:fillRect/>
          </a:stretch>
        </p:blipFill>
        <p:spPr>
          <a:xfrm>
            <a:off x="8380814" y="4397861"/>
            <a:ext cx="690344" cy="682060"/>
          </a:xfrm>
          <a:prstGeom prst="rect">
            <a:avLst/>
          </a:prstGeom>
          <a:noFill/>
          <a:ln cap="flat">
            <a:noFill/>
          </a:ln>
        </p:spPr>
      </p:pic>
      <p:pic>
        <p:nvPicPr>
          <p:cNvPr id="9" name="Picture 11" descr="logo_uerj_cor.png">
            <a:extLst>
              <a:ext uri="{FF2B5EF4-FFF2-40B4-BE49-F238E27FC236}">
                <a16:creationId xmlns:a16="http://schemas.microsoft.com/office/drawing/2014/main" id="{C0246540-0CDE-413B-F998-55EAB9312768}"/>
              </a:ext>
            </a:extLst>
          </p:cNvPr>
          <p:cNvPicPr>
            <a:picLocks noChangeAspect="1"/>
          </p:cNvPicPr>
          <p:nvPr/>
        </p:nvPicPr>
        <p:blipFill>
          <a:blip r:embed="rId4"/>
          <a:stretch>
            <a:fillRect/>
          </a:stretch>
        </p:blipFill>
        <p:spPr>
          <a:xfrm>
            <a:off x="7333771" y="534210"/>
            <a:ext cx="384230" cy="422845"/>
          </a:xfrm>
          <a:prstGeom prst="rect">
            <a:avLst/>
          </a:prstGeom>
          <a:noFill/>
          <a:ln cap="flat">
            <a:noFill/>
          </a:ln>
        </p:spPr>
      </p:pic>
      <p:pic>
        <p:nvPicPr>
          <p:cNvPr id="10" name="Imagem 6" descr="Logotipo&#10;&#10;Descrição gerada automaticamente">
            <a:extLst>
              <a:ext uri="{FF2B5EF4-FFF2-40B4-BE49-F238E27FC236}">
                <a16:creationId xmlns:a16="http://schemas.microsoft.com/office/drawing/2014/main" id="{D945D55E-3BC0-AF1B-F459-7CAE5DFA4C7F}"/>
              </a:ext>
            </a:extLst>
          </p:cNvPr>
          <p:cNvPicPr>
            <a:picLocks noChangeAspect="1"/>
          </p:cNvPicPr>
          <p:nvPr/>
        </p:nvPicPr>
        <p:blipFill>
          <a:blip r:embed="rId5"/>
          <a:stretch>
            <a:fillRect/>
          </a:stretch>
        </p:blipFill>
        <p:spPr>
          <a:xfrm>
            <a:off x="7939122" y="524371"/>
            <a:ext cx="354604" cy="436324"/>
          </a:xfrm>
          <a:prstGeom prst="rect">
            <a:avLst/>
          </a:prstGeom>
          <a:noFill/>
          <a:ln cap="flat">
            <a:noFill/>
          </a:ln>
        </p:spPr>
      </p:pic>
      <p:cxnSp>
        <p:nvCxnSpPr>
          <p:cNvPr id="11" name="Straight Connector 13">
            <a:extLst>
              <a:ext uri="{FF2B5EF4-FFF2-40B4-BE49-F238E27FC236}">
                <a16:creationId xmlns:a16="http://schemas.microsoft.com/office/drawing/2014/main" id="{4BFED45A-F632-0CDF-DDAD-960428D9E768}"/>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12" name="Imagem 9" descr="Texto&#10;&#10;Descrição gerada automaticamente com confiança baixa">
            <a:extLst>
              <a:ext uri="{FF2B5EF4-FFF2-40B4-BE49-F238E27FC236}">
                <a16:creationId xmlns:a16="http://schemas.microsoft.com/office/drawing/2014/main" id="{50FFB3A3-676A-643E-D502-DE5A73A00A94}"/>
              </a:ext>
            </a:extLst>
          </p:cNvPr>
          <p:cNvPicPr>
            <a:picLocks noChangeAspect="1"/>
          </p:cNvPicPr>
          <p:nvPr/>
        </p:nvPicPr>
        <p:blipFill>
          <a:blip r:embed="rId6"/>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140856589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2 columns with intro text">
    <p:bg>
      <p:bgPr>
        <a:solidFill>
          <a:srgbClr val="FFFFFF"/>
        </a:solidFill>
        <a:effectLst/>
      </p:bgPr>
    </p:bg>
    <p:spTree>
      <p:nvGrpSpPr>
        <p:cNvPr id="1" name=""/>
        <p:cNvGrpSpPr/>
        <p:nvPr/>
      </p:nvGrpSpPr>
      <p:grpSpPr>
        <a:xfrm>
          <a:off x="0" y="0"/>
          <a:ext cx="0" cy="0"/>
          <a:chOff x="0" y="0"/>
          <a:chExt cx="0" cy="0"/>
        </a:xfrm>
      </p:grpSpPr>
      <p:sp>
        <p:nvSpPr>
          <p:cNvPr id="2" name="Shape 35">
            <a:extLst>
              <a:ext uri="{FF2B5EF4-FFF2-40B4-BE49-F238E27FC236}">
                <a16:creationId xmlns:a16="http://schemas.microsoft.com/office/drawing/2014/main" id="{6AA1E072-C450-513B-BFD6-924C34209F23}"/>
              </a:ext>
            </a:extLst>
          </p:cNvPr>
          <p:cNvSpPr txBox="1">
            <a:spLocks noGrp="1"/>
          </p:cNvSpPr>
          <p:nvPr>
            <p:ph type="title"/>
          </p:nvPr>
        </p:nvSpPr>
        <p:spPr>
          <a:xfrm>
            <a:off x="179707" y="575495"/>
            <a:ext cx="1897370" cy="3344399"/>
          </a:xfrm>
        </p:spPr>
        <p:txBody>
          <a:bodyPr lIns="91421" tIns="91421" rIns="91421" bIns="91421" anchor="t"/>
          <a:lstStyle>
            <a:lvl1pPr>
              <a:defRPr/>
            </a:lvl1pPr>
          </a:lstStyle>
          <a:p>
            <a:pPr lvl="0"/>
            <a:endParaRPr lang="pt-BR"/>
          </a:p>
        </p:txBody>
      </p:sp>
      <p:pic>
        <p:nvPicPr>
          <p:cNvPr id="3" name="Picture 3" descr="uerj-01.png">
            <a:extLst>
              <a:ext uri="{FF2B5EF4-FFF2-40B4-BE49-F238E27FC236}">
                <a16:creationId xmlns:a16="http://schemas.microsoft.com/office/drawing/2014/main" id="{0C2995DF-8720-4C17-FBD0-651FEB1E1C4A}"/>
              </a:ext>
            </a:extLst>
          </p:cNvPr>
          <p:cNvPicPr>
            <a:picLocks noChangeAspect="1"/>
          </p:cNvPicPr>
          <p:nvPr/>
        </p:nvPicPr>
        <p:blipFill>
          <a:blip r:embed="rId2"/>
          <a:stretch>
            <a:fillRect/>
          </a:stretch>
        </p:blipFill>
        <p:spPr>
          <a:xfrm>
            <a:off x="8246013" y="3734839"/>
            <a:ext cx="938933" cy="663022"/>
          </a:xfrm>
          <a:prstGeom prst="rect">
            <a:avLst/>
          </a:prstGeom>
          <a:noFill/>
          <a:ln cap="flat">
            <a:noFill/>
          </a:ln>
        </p:spPr>
      </p:pic>
      <p:pic>
        <p:nvPicPr>
          <p:cNvPr id="4" name="Imagem 2" descr="Texto&#10;&#10;Descrição gerada automaticamente com confiança média">
            <a:extLst>
              <a:ext uri="{FF2B5EF4-FFF2-40B4-BE49-F238E27FC236}">
                <a16:creationId xmlns:a16="http://schemas.microsoft.com/office/drawing/2014/main" id="{1F8275C5-026E-2E1E-7287-B55520423113}"/>
              </a:ext>
            </a:extLst>
          </p:cNvPr>
          <p:cNvPicPr>
            <a:picLocks noChangeAspect="1"/>
          </p:cNvPicPr>
          <p:nvPr/>
        </p:nvPicPr>
        <p:blipFill>
          <a:blip r:embed="rId3"/>
          <a:stretch>
            <a:fillRect/>
          </a:stretch>
        </p:blipFill>
        <p:spPr>
          <a:xfrm>
            <a:off x="8380814" y="4397861"/>
            <a:ext cx="690344" cy="682060"/>
          </a:xfrm>
          <a:prstGeom prst="rect">
            <a:avLst/>
          </a:prstGeom>
          <a:noFill/>
          <a:ln cap="flat">
            <a:noFill/>
          </a:ln>
        </p:spPr>
      </p:pic>
      <p:pic>
        <p:nvPicPr>
          <p:cNvPr id="5" name="Picture 11" descr="logo_uerj_cor.png">
            <a:extLst>
              <a:ext uri="{FF2B5EF4-FFF2-40B4-BE49-F238E27FC236}">
                <a16:creationId xmlns:a16="http://schemas.microsoft.com/office/drawing/2014/main" id="{45718CD9-9A13-A0D2-159C-CC0B0BC40D21}"/>
              </a:ext>
            </a:extLst>
          </p:cNvPr>
          <p:cNvPicPr>
            <a:picLocks noChangeAspect="1"/>
          </p:cNvPicPr>
          <p:nvPr/>
        </p:nvPicPr>
        <p:blipFill>
          <a:blip r:embed="rId4"/>
          <a:stretch>
            <a:fillRect/>
          </a:stretch>
        </p:blipFill>
        <p:spPr>
          <a:xfrm>
            <a:off x="7333771" y="534210"/>
            <a:ext cx="384230" cy="422845"/>
          </a:xfrm>
          <a:prstGeom prst="rect">
            <a:avLst/>
          </a:prstGeom>
          <a:noFill/>
          <a:ln cap="flat">
            <a:noFill/>
          </a:ln>
        </p:spPr>
      </p:pic>
      <p:pic>
        <p:nvPicPr>
          <p:cNvPr id="6" name="Imagem 8" descr="Logotipo&#10;&#10;Descrição gerada automaticamente">
            <a:extLst>
              <a:ext uri="{FF2B5EF4-FFF2-40B4-BE49-F238E27FC236}">
                <a16:creationId xmlns:a16="http://schemas.microsoft.com/office/drawing/2014/main" id="{66332D74-492A-8805-2FA4-7828DC57F7CD}"/>
              </a:ext>
            </a:extLst>
          </p:cNvPr>
          <p:cNvPicPr>
            <a:picLocks noChangeAspect="1"/>
          </p:cNvPicPr>
          <p:nvPr/>
        </p:nvPicPr>
        <p:blipFill>
          <a:blip r:embed="rId5"/>
          <a:stretch>
            <a:fillRect/>
          </a:stretch>
        </p:blipFill>
        <p:spPr>
          <a:xfrm>
            <a:off x="7939122" y="524371"/>
            <a:ext cx="354604" cy="436324"/>
          </a:xfrm>
          <a:prstGeom prst="rect">
            <a:avLst/>
          </a:prstGeom>
          <a:noFill/>
          <a:ln cap="flat">
            <a:noFill/>
          </a:ln>
        </p:spPr>
      </p:pic>
      <p:cxnSp>
        <p:nvCxnSpPr>
          <p:cNvPr id="7" name="Straight Connector 13">
            <a:extLst>
              <a:ext uri="{FF2B5EF4-FFF2-40B4-BE49-F238E27FC236}">
                <a16:creationId xmlns:a16="http://schemas.microsoft.com/office/drawing/2014/main" id="{97D89AD1-7174-B53D-1F94-520C26FD02DE}"/>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8" name="Imagem 12" descr="Texto&#10;&#10;Descrição gerada automaticamente com confiança baixa">
            <a:extLst>
              <a:ext uri="{FF2B5EF4-FFF2-40B4-BE49-F238E27FC236}">
                <a16:creationId xmlns:a16="http://schemas.microsoft.com/office/drawing/2014/main" id="{D5FD6BC8-75DD-D51B-C203-DD849C2A619A}"/>
              </a:ext>
            </a:extLst>
          </p:cNvPr>
          <p:cNvPicPr>
            <a:picLocks noChangeAspect="1"/>
          </p:cNvPicPr>
          <p:nvPr/>
        </p:nvPicPr>
        <p:blipFill>
          <a:blip r:embed="rId6"/>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424708311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3 columns">
    <p:bg>
      <p:bgPr>
        <a:solidFill>
          <a:srgbClr val="FFFFFF"/>
        </a:solidFill>
        <a:effectLst/>
      </p:bgPr>
    </p:bg>
    <p:spTree>
      <p:nvGrpSpPr>
        <p:cNvPr id="1" name=""/>
        <p:cNvGrpSpPr/>
        <p:nvPr/>
      </p:nvGrpSpPr>
      <p:grpSpPr>
        <a:xfrm>
          <a:off x="0" y="0"/>
          <a:ext cx="0" cy="0"/>
          <a:chOff x="0" y="0"/>
          <a:chExt cx="0" cy="0"/>
        </a:xfrm>
      </p:grpSpPr>
      <p:sp>
        <p:nvSpPr>
          <p:cNvPr id="2" name="Shape 35">
            <a:extLst>
              <a:ext uri="{FF2B5EF4-FFF2-40B4-BE49-F238E27FC236}">
                <a16:creationId xmlns:a16="http://schemas.microsoft.com/office/drawing/2014/main" id="{192DDC46-2807-407F-9BFF-69E18CBBE04A}"/>
              </a:ext>
            </a:extLst>
          </p:cNvPr>
          <p:cNvSpPr txBox="1">
            <a:spLocks noGrp="1"/>
          </p:cNvSpPr>
          <p:nvPr>
            <p:ph type="title"/>
          </p:nvPr>
        </p:nvSpPr>
        <p:spPr>
          <a:xfrm>
            <a:off x="179707" y="575495"/>
            <a:ext cx="2599822" cy="3267754"/>
          </a:xfrm>
        </p:spPr>
        <p:txBody>
          <a:bodyPr lIns="91421" tIns="91421" rIns="91421" bIns="91421" anchor="t"/>
          <a:lstStyle>
            <a:lvl1pPr>
              <a:defRPr/>
            </a:lvl1pPr>
          </a:lstStyle>
          <a:p>
            <a:pPr lvl="0"/>
            <a:endParaRPr lang="pt-BR"/>
          </a:p>
        </p:txBody>
      </p:sp>
      <p:pic>
        <p:nvPicPr>
          <p:cNvPr id="3" name="Picture 3" descr="uerj-01.png">
            <a:extLst>
              <a:ext uri="{FF2B5EF4-FFF2-40B4-BE49-F238E27FC236}">
                <a16:creationId xmlns:a16="http://schemas.microsoft.com/office/drawing/2014/main" id="{1A3D3F92-3B50-B0AF-8969-CA6D9E89935A}"/>
              </a:ext>
            </a:extLst>
          </p:cNvPr>
          <p:cNvPicPr>
            <a:picLocks noChangeAspect="1"/>
          </p:cNvPicPr>
          <p:nvPr/>
        </p:nvPicPr>
        <p:blipFill>
          <a:blip r:embed="rId2"/>
          <a:stretch>
            <a:fillRect/>
          </a:stretch>
        </p:blipFill>
        <p:spPr>
          <a:xfrm>
            <a:off x="8246013" y="3734839"/>
            <a:ext cx="938933" cy="663022"/>
          </a:xfrm>
          <a:prstGeom prst="rect">
            <a:avLst/>
          </a:prstGeom>
          <a:noFill/>
          <a:ln cap="flat">
            <a:noFill/>
          </a:ln>
        </p:spPr>
      </p:pic>
      <p:pic>
        <p:nvPicPr>
          <p:cNvPr id="4" name="Picture 11" descr="logo_uerj_cor.png">
            <a:extLst>
              <a:ext uri="{FF2B5EF4-FFF2-40B4-BE49-F238E27FC236}">
                <a16:creationId xmlns:a16="http://schemas.microsoft.com/office/drawing/2014/main" id="{FD34E9C9-52EB-1F6F-16B8-4580D96072F1}"/>
              </a:ext>
            </a:extLst>
          </p:cNvPr>
          <p:cNvPicPr>
            <a:picLocks noChangeAspect="1"/>
          </p:cNvPicPr>
          <p:nvPr/>
        </p:nvPicPr>
        <p:blipFill>
          <a:blip r:embed="rId3"/>
          <a:stretch>
            <a:fillRect/>
          </a:stretch>
        </p:blipFill>
        <p:spPr>
          <a:xfrm>
            <a:off x="7333771" y="534210"/>
            <a:ext cx="384230" cy="422845"/>
          </a:xfrm>
          <a:prstGeom prst="rect">
            <a:avLst/>
          </a:prstGeom>
          <a:noFill/>
          <a:ln cap="flat">
            <a:noFill/>
          </a:ln>
        </p:spPr>
      </p:pic>
      <p:pic>
        <p:nvPicPr>
          <p:cNvPr id="5" name="Imagem 8" descr="Logotipo&#10;&#10;Descrição gerada automaticamente">
            <a:extLst>
              <a:ext uri="{FF2B5EF4-FFF2-40B4-BE49-F238E27FC236}">
                <a16:creationId xmlns:a16="http://schemas.microsoft.com/office/drawing/2014/main" id="{41057107-533D-6135-69A0-AD511F098A3D}"/>
              </a:ext>
            </a:extLst>
          </p:cNvPr>
          <p:cNvPicPr>
            <a:picLocks noChangeAspect="1"/>
          </p:cNvPicPr>
          <p:nvPr/>
        </p:nvPicPr>
        <p:blipFill>
          <a:blip r:embed="rId4"/>
          <a:stretch>
            <a:fillRect/>
          </a:stretch>
        </p:blipFill>
        <p:spPr>
          <a:xfrm>
            <a:off x="7939122" y="524371"/>
            <a:ext cx="354604" cy="436324"/>
          </a:xfrm>
          <a:prstGeom prst="rect">
            <a:avLst/>
          </a:prstGeom>
          <a:noFill/>
          <a:ln cap="flat">
            <a:noFill/>
          </a:ln>
        </p:spPr>
      </p:pic>
      <p:cxnSp>
        <p:nvCxnSpPr>
          <p:cNvPr id="6" name="Straight Connector 13">
            <a:extLst>
              <a:ext uri="{FF2B5EF4-FFF2-40B4-BE49-F238E27FC236}">
                <a16:creationId xmlns:a16="http://schemas.microsoft.com/office/drawing/2014/main" id="{46AF710C-700F-FF9F-0BFD-0E7A73FA09AD}"/>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7" name="Imagem 11" descr="Texto&#10;&#10;Descrição gerada automaticamente com confiança baixa">
            <a:extLst>
              <a:ext uri="{FF2B5EF4-FFF2-40B4-BE49-F238E27FC236}">
                <a16:creationId xmlns:a16="http://schemas.microsoft.com/office/drawing/2014/main" id="{6A2A4ADE-CDA1-A110-3EDD-9E290B32AE74}"/>
              </a:ext>
            </a:extLst>
          </p:cNvPr>
          <p:cNvPicPr>
            <a:picLocks noChangeAspect="1"/>
          </p:cNvPicPr>
          <p:nvPr/>
        </p:nvPicPr>
        <p:blipFill>
          <a:blip r:embed="rId5"/>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411876883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2" name="Shape 35">
            <a:extLst>
              <a:ext uri="{FF2B5EF4-FFF2-40B4-BE49-F238E27FC236}">
                <a16:creationId xmlns:a16="http://schemas.microsoft.com/office/drawing/2014/main" id="{2F503ABE-B910-F320-7798-95DED751528F}"/>
              </a:ext>
            </a:extLst>
          </p:cNvPr>
          <p:cNvSpPr txBox="1">
            <a:spLocks noGrp="1"/>
          </p:cNvSpPr>
          <p:nvPr>
            <p:ph type="title"/>
          </p:nvPr>
        </p:nvSpPr>
        <p:spPr>
          <a:xfrm>
            <a:off x="179707" y="575495"/>
            <a:ext cx="2290983" cy="3180155"/>
          </a:xfrm>
        </p:spPr>
        <p:txBody>
          <a:bodyPr lIns="91421" tIns="91421" rIns="91421" bIns="91421" anchor="t"/>
          <a:lstStyle>
            <a:lvl1pPr>
              <a:defRPr/>
            </a:lvl1pPr>
          </a:lstStyle>
          <a:p>
            <a:pPr lvl="0"/>
            <a:endParaRPr lang="pt-BR"/>
          </a:p>
        </p:txBody>
      </p:sp>
      <p:pic>
        <p:nvPicPr>
          <p:cNvPr id="3" name="Picture 3" descr="uerj-01.png">
            <a:extLst>
              <a:ext uri="{FF2B5EF4-FFF2-40B4-BE49-F238E27FC236}">
                <a16:creationId xmlns:a16="http://schemas.microsoft.com/office/drawing/2014/main" id="{570C0A49-F3AB-7241-A2BE-FE9CE2DDE41C}"/>
              </a:ext>
            </a:extLst>
          </p:cNvPr>
          <p:cNvPicPr>
            <a:picLocks noChangeAspect="1"/>
          </p:cNvPicPr>
          <p:nvPr/>
        </p:nvPicPr>
        <p:blipFill>
          <a:blip r:embed="rId2"/>
          <a:stretch>
            <a:fillRect/>
          </a:stretch>
        </p:blipFill>
        <p:spPr>
          <a:xfrm>
            <a:off x="8246013" y="3734839"/>
            <a:ext cx="938933" cy="663022"/>
          </a:xfrm>
          <a:prstGeom prst="rect">
            <a:avLst/>
          </a:prstGeom>
          <a:noFill/>
          <a:ln cap="flat">
            <a:noFill/>
          </a:ln>
        </p:spPr>
      </p:pic>
      <p:pic>
        <p:nvPicPr>
          <p:cNvPr id="4" name="Imagem 3" descr="Texto&#10;&#10;Descrição gerada automaticamente com confiança média">
            <a:extLst>
              <a:ext uri="{FF2B5EF4-FFF2-40B4-BE49-F238E27FC236}">
                <a16:creationId xmlns:a16="http://schemas.microsoft.com/office/drawing/2014/main" id="{38805788-6E2E-44F3-3216-45A0FCEBE303}"/>
              </a:ext>
            </a:extLst>
          </p:cNvPr>
          <p:cNvPicPr>
            <a:picLocks noChangeAspect="1"/>
          </p:cNvPicPr>
          <p:nvPr/>
        </p:nvPicPr>
        <p:blipFill>
          <a:blip r:embed="rId3"/>
          <a:stretch>
            <a:fillRect/>
          </a:stretch>
        </p:blipFill>
        <p:spPr>
          <a:xfrm>
            <a:off x="8380814" y="4397861"/>
            <a:ext cx="690344" cy="682060"/>
          </a:xfrm>
          <a:prstGeom prst="rect">
            <a:avLst/>
          </a:prstGeom>
          <a:noFill/>
          <a:ln cap="flat">
            <a:noFill/>
          </a:ln>
        </p:spPr>
      </p:pic>
      <p:pic>
        <p:nvPicPr>
          <p:cNvPr id="5" name="Picture 11" descr="logo_uerj_cor.png">
            <a:extLst>
              <a:ext uri="{FF2B5EF4-FFF2-40B4-BE49-F238E27FC236}">
                <a16:creationId xmlns:a16="http://schemas.microsoft.com/office/drawing/2014/main" id="{CAC3E4B1-E2D1-410E-F056-A4CAB5DCCCA4}"/>
              </a:ext>
            </a:extLst>
          </p:cNvPr>
          <p:cNvPicPr>
            <a:picLocks noChangeAspect="1"/>
          </p:cNvPicPr>
          <p:nvPr/>
        </p:nvPicPr>
        <p:blipFill>
          <a:blip r:embed="rId4"/>
          <a:stretch>
            <a:fillRect/>
          </a:stretch>
        </p:blipFill>
        <p:spPr>
          <a:xfrm>
            <a:off x="7333771" y="534210"/>
            <a:ext cx="384230" cy="422845"/>
          </a:xfrm>
          <a:prstGeom prst="rect">
            <a:avLst/>
          </a:prstGeom>
          <a:noFill/>
          <a:ln cap="flat">
            <a:noFill/>
          </a:ln>
        </p:spPr>
      </p:pic>
      <p:pic>
        <p:nvPicPr>
          <p:cNvPr id="6" name="Imagem 9" descr="Logotipo&#10;&#10;Descrição gerada automaticamente">
            <a:extLst>
              <a:ext uri="{FF2B5EF4-FFF2-40B4-BE49-F238E27FC236}">
                <a16:creationId xmlns:a16="http://schemas.microsoft.com/office/drawing/2014/main" id="{5D5D6397-BE57-13E5-9E67-9A5A73547C33}"/>
              </a:ext>
            </a:extLst>
          </p:cNvPr>
          <p:cNvPicPr>
            <a:picLocks noChangeAspect="1"/>
          </p:cNvPicPr>
          <p:nvPr/>
        </p:nvPicPr>
        <p:blipFill>
          <a:blip r:embed="rId5"/>
          <a:stretch>
            <a:fillRect/>
          </a:stretch>
        </p:blipFill>
        <p:spPr>
          <a:xfrm>
            <a:off x="7939122" y="524371"/>
            <a:ext cx="354604" cy="436324"/>
          </a:xfrm>
          <a:prstGeom prst="rect">
            <a:avLst/>
          </a:prstGeom>
          <a:noFill/>
          <a:ln cap="flat">
            <a:noFill/>
          </a:ln>
        </p:spPr>
      </p:pic>
      <p:cxnSp>
        <p:nvCxnSpPr>
          <p:cNvPr id="7" name="Straight Connector 13">
            <a:extLst>
              <a:ext uri="{FF2B5EF4-FFF2-40B4-BE49-F238E27FC236}">
                <a16:creationId xmlns:a16="http://schemas.microsoft.com/office/drawing/2014/main" id="{2DFDAF42-3884-10C2-68A5-6AEBBDF2D9B0}"/>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8" name="Imagem 11" descr="Texto&#10;&#10;Descrição gerada automaticamente com confiança baixa">
            <a:extLst>
              <a:ext uri="{FF2B5EF4-FFF2-40B4-BE49-F238E27FC236}">
                <a16:creationId xmlns:a16="http://schemas.microsoft.com/office/drawing/2014/main" id="{91FB90B1-50EC-DFC8-9BE8-0790EF125465}"/>
              </a:ext>
            </a:extLst>
          </p:cNvPr>
          <p:cNvPicPr>
            <a:picLocks noChangeAspect="1"/>
          </p:cNvPicPr>
          <p:nvPr/>
        </p:nvPicPr>
        <p:blipFill>
          <a:blip r:embed="rId6"/>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145421457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2 columns">
    <p:bg>
      <p:bgPr>
        <a:solidFill>
          <a:srgbClr val="FFFFFF"/>
        </a:solidFill>
        <a:effectLst/>
      </p:bgPr>
    </p:bg>
    <p:spTree>
      <p:nvGrpSpPr>
        <p:cNvPr id="1" name=""/>
        <p:cNvGrpSpPr/>
        <p:nvPr/>
      </p:nvGrpSpPr>
      <p:grpSpPr>
        <a:xfrm>
          <a:off x="0" y="0"/>
          <a:ext cx="0" cy="0"/>
          <a:chOff x="0" y="0"/>
          <a:chExt cx="0" cy="0"/>
        </a:xfrm>
      </p:grpSpPr>
      <p:sp>
        <p:nvSpPr>
          <p:cNvPr id="2" name="Shape 69">
            <a:extLst>
              <a:ext uri="{FF2B5EF4-FFF2-40B4-BE49-F238E27FC236}">
                <a16:creationId xmlns:a16="http://schemas.microsoft.com/office/drawing/2014/main" id="{334F1EAA-1A9C-6CA9-28C6-6AC1C1A7E1DF}"/>
              </a:ext>
            </a:extLst>
          </p:cNvPr>
          <p:cNvSpPr txBox="1">
            <a:spLocks noGrp="1"/>
          </p:cNvSpPr>
          <p:nvPr>
            <p:ph type="body" idx="4294967295"/>
          </p:nvPr>
        </p:nvSpPr>
        <p:spPr>
          <a:xfrm>
            <a:off x="2507001" y="575495"/>
            <a:ext cx="3120975" cy="3980995"/>
          </a:xfrm>
        </p:spPr>
        <p:txBody>
          <a:bodyPr lIns="91421" tIns="91421" rIns="91421" bIns="91421" anchor="t"/>
          <a:lstStyle>
            <a:lvl1pPr>
              <a:spcBef>
                <a:spcPts val="0"/>
              </a:spcBef>
              <a:buSzPct val="100000"/>
              <a:defRPr sz="1100"/>
            </a:lvl1pPr>
          </a:lstStyle>
          <a:p>
            <a:pPr lvl="0"/>
            <a:endParaRPr lang="pt-BR"/>
          </a:p>
        </p:txBody>
      </p:sp>
      <p:sp>
        <p:nvSpPr>
          <p:cNvPr id="3" name="Shape 70">
            <a:extLst>
              <a:ext uri="{FF2B5EF4-FFF2-40B4-BE49-F238E27FC236}">
                <a16:creationId xmlns:a16="http://schemas.microsoft.com/office/drawing/2014/main" id="{65978245-6C45-A884-29D2-B79E24548866}"/>
              </a:ext>
            </a:extLst>
          </p:cNvPr>
          <p:cNvSpPr txBox="1">
            <a:spLocks noGrp="1"/>
          </p:cNvSpPr>
          <p:nvPr>
            <p:ph type="body" idx="4294967295"/>
          </p:nvPr>
        </p:nvSpPr>
        <p:spPr>
          <a:xfrm>
            <a:off x="5401497" y="575495"/>
            <a:ext cx="3120984" cy="3980995"/>
          </a:xfrm>
        </p:spPr>
        <p:txBody>
          <a:bodyPr lIns="91421" tIns="91421" rIns="91421" bIns="91421" anchor="t"/>
          <a:lstStyle>
            <a:lvl1pPr>
              <a:spcBef>
                <a:spcPts val="0"/>
              </a:spcBef>
              <a:buSzPct val="100000"/>
              <a:defRPr sz="1100"/>
            </a:lvl1pPr>
          </a:lstStyle>
          <a:p>
            <a:pPr lvl="0"/>
            <a:endParaRPr lang="pt-BR"/>
          </a:p>
        </p:txBody>
      </p:sp>
      <p:sp>
        <p:nvSpPr>
          <p:cNvPr id="4" name="Shape 35">
            <a:extLst>
              <a:ext uri="{FF2B5EF4-FFF2-40B4-BE49-F238E27FC236}">
                <a16:creationId xmlns:a16="http://schemas.microsoft.com/office/drawing/2014/main" id="{0338ABE6-E5DD-C0A7-3351-707EA9285D53}"/>
              </a:ext>
            </a:extLst>
          </p:cNvPr>
          <p:cNvSpPr txBox="1">
            <a:spLocks noGrp="1"/>
          </p:cNvSpPr>
          <p:nvPr>
            <p:ph type="title"/>
          </p:nvPr>
        </p:nvSpPr>
        <p:spPr>
          <a:xfrm>
            <a:off x="179707" y="575495"/>
            <a:ext cx="2145648" cy="3223954"/>
          </a:xfrm>
        </p:spPr>
        <p:txBody>
          <a:bodyPr lIns="91421" tIns="91421" rIns="91421" bIns="91421" anchor="t"/>
          <a:lstStyle>
            <a:lvl1pPr>
              <a:defRPr/>
            </a:lvl1pPr>
          </a:lstStyle>
          <a:p>
            <a:pPr lvl="0"/>
            <a:endParaRPr lang="pt-BR"/>
          </a:p>
        </p:txBody>
      </p:sp>
      <p:pic>
        <p:nvPicPr>
          <p:cNvPr id="5" name="Picture 3" descr="uerj-01.png">
            <a:extLst>
              <a:ext uri="{FF2B5EF4-FFF2-40B4-BE49-F238E27FC236}">
                <a16:creationId xmlns:a16="http://schemas.microsoft.com/office/drawing/2014/main" id="{A704D8B2-905D-3A55-F542-07AC037CD0BF}"/>
              </a:ext>
            </a:extLst>
          </p:cNvPr>
          <p:cNvPicPr>
            <a:picLocks noChangeAspect="1"/>
          </p:cNvPicPr>
          <p:nvPr/>
        </p:nvPicPr>
        <p:blipFill>
          <a:blip r:embed="rId2"/>
          <a:stretch>
            <a:fillRect/>
          </a:stretch>
        </p:blipFill>
        <p:spPr>
          <a:xfrm>
            <a:off x="8246013" y="3734839"/>
            <a:ext cx="938933" cy="663022"/>
          </a:xfrm>
          <a:prstGeom prst="rect">
            <a:avLst/>
          </a:prstGeom>
          <a:noFill/>
          <a:ln cap="flat">
            <a:noFill/>
          </a:ln>
        </p:spPr>
      </p:pic>
      <p:pic>
        <p:nvPicPr>
          <p:cNvPr id="6" name="Imagem 6" descr="Texto&#10;&#10;Descrição gerada automaticamente com confiança média">
            <a:extLst>
              <a:ext uri="{FF2B5EF4-FFF2-40B4-BE49-F238E27FC236}">
                <a16:creationId xmlns:a16="http://schemas.microsoft.com/office/drawing/2014/main" id="{B6328253-47C9-52C1-2BAF-34EDB00EE9BC}"/>
              </a:ext>
            </a:extLst>
          </p:cNvPr>
          <p:cNvPicPr>
            <a:picLocks noChangeAspect="1"/>
          </p:cNvPicPr>
          <p:nvPr/>
        </p:nvPicPr>
        <p:blipFill>
          <a:blip r:embed="rId3"/>
          <a:stretch>
            <a:fillRect/>
          </a:stretch>
        </p:blipFill>
        <p:spPr>
          <a:xfrm>
            <a:off x="8380814" y="4397861"/>
            <a:ext cx="690344" cy="682060"/>
          </a:xfrm>
          <a:prstGeom prst="rect">
            <a:avLst/>
          </a:prstGeom>
          <a:noFill/>
          <a:ln cap="flat">
            <a:noFill/>
          </a:ln>
        </p:spPr>
      </p:pic>
      <p:pic>
        <p:nvPicPr>
          <p:cNvPr id="7" name="Picture 11" descr="logo_uerj_cor.png">
            <a:extLst>
              <a:ext uri="{FF2B5EF4-FFF2-40B4-BE49-F238E27FC236}">
                <a16:creationId xmlns:a16="http://schemas.microsoft.com/office/drawing/2014/main" id="{A35866D6-BCFC-6181-A170-86013A34D54A}"/>
              </a:ext>
            </a:extLst>
          </p:cNvPr>
          <p:cNvPicPr>
            <a:picLocks noChangeAspect="1"/>
          </p:cNvPicPr>
          <p:nvPr/>
        </p:nvPicPr>
        <p:blipFill>
          <a:blip r:embed="rId4"/>
          <a:stretch>
            <a:fillRect/>
          </a:stretch>
        </p:blipFill>
        <p:spPr>
          <a:xfrm>
            <a:off x="7333771" y="534210"/>
            <a:ext cx="384230" cy="422845"/>
          </a:xfrm>
          <a:prstGeom prst="rect">
            <a:avLst/>
          </a:prstGeom>
          <a:noFill/>
          <a:ln cap="flat">
            <a:noFill/>
          </a:ln>
        </p:spPr>
      </p:pic>
      <p:pic>
        <p:nvPicPr>
          <p:cNvPr id="8" name="Imagem 8" descr="Logotipo&#10;&#10;Descrição gerada automaticamente">
            <a:extLst>
              <a:ext uri="{FF2B5EF4-FFF2-40B4-BE49-F238E27FC236}">
                <a16:creationId xmlns:a16="http://schemas.microsoft.com/office/drawing/2014/main" id="{0838FD3D-9ECE-27AD-2830-478A751C6AAD}"/>
              </a:ext>
            </a:extLst>
          </p:cNvPr>
          <p:cNvPicPr>
            <a:picLocks noChangeAspect="1"/>
          </p:cNvPicPr>
          <p:nvPr/>
        </p:nvPicPr>
        <p:blipFill>
          <a:blip r:embed="rId5"/>
          <a:stretch>
            <a:fillRect/>
          </a:stretch>
        </p:blipFill>
        <p:spPr>
          <a:xfrm>
            <a:off x="7939122" y="524371"/>
            <a:ext cx="354604" cy="436324"/>
          </a:xfrm>
          <a:prstGeom prst="rect">
            <a:avLst/>
          </a:prstGeom>
          <a:noFill/>
          <a:ln cap="flat">
            <a:noFill/>
          </a:ln>
        </p:spPr>
      </p:pic>
      <p:cxnSp>
        <p:nvCxnSpPr>
          <p:cNvPr id="9" name="Straight Connector 13">
            <a:extLst>
              <a:ext uri="{FF2B5EF4-FFF2-40B4-BE49-F238E27FC236}">
                <a16:creationId xmlns:a16="http://schemas.microsoft.com/office/drawing/2014/main" id="{EA6C5E9C-3B06-CE17-43E3-0EF95261EE7F}"/>
              </a:ext>
            </a:extLst>
          </p:cNvPr>
          <p:cNvCxnSpPr/>
          <p:nvPr/>
        </p:nvCxnSpPr>
        <p:spPr>
          <a:xfrm>
            <a:off x="7856369" y="570695"/>
            <a:ext cx="0" cy="421273"/>
          </a:xfrm>
          <a:prstGeom prst="straightConnector1">
            <a:avLst/>
          </a:prstGeom>
          <a:noFill/>
          <a:ln w="22229" cap="rnd">
            <a:solidFill>
              <a:srgbClr val="C2C2C2"/>
            </a:solidFill>
            <a:custDash>
              <a:ds d="900000" sp="0"/>
            </a:custDash>
            <a:miter/>
          </a:ln>
        </p:spPr>
      </p:cxnSp>
      <p:pic>
        <p:nvPicPr>
          <p:cNvPr id="10" name="Imagem 11" descr="Texto&#10;&#10;Descrição gerada automaticamente com confiança baixa">
            <a:extLst>
              <a:ext uri="{FF2B5EF4-FFF2-40B4-BE49-F238E27FC236}">
                <a16:creationId xmlns:a16="http://schemas.microsoft.com/office/drawing/2014/main" id="{2B8CBA0F-3761-4033-64C5-D2EDFA842B91}"/>
              </a:ext>
            </a:extLst>
          </p:cNvPr>
          <p:cNvPicPr>
            <a:picLocks noChangeAspect="1"/>
          </p:cNvPicPr>
          <p:nvPr/>
        </p:nvPicPr>
        <p:blipFill>
          <a:blip r:embed="rId6"/>
          <a:stretch>
            <a:fillRect/>
          </a:stretch>
        </p:blipFill>
        <p:spPr>
          <a:xfrm>
            <a:off x="8215847" y="393758"/>
            <a:ext cx="748445" cy="697550"/>
          </a:xfrm>
          <a:prstGeom prst="rect">
            <a:avLst/>
          </a:prstGeom>
          <a:noFill/>
          <a:ln cap="flat">
            <a:noFill/>
          </a:ln>
        </p:spPr>
      </p:pic>
    </p:spTree>
    <p:extLst>
      <p:ext uri="{BB962C8B-B14F-4D97-AF65-F5344CB8AC3E}">
        <p14:creationId xmlns:p14="http://schemas.microsoft.com/office/powerpoint/2010/main" val="1590953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04FB9-9D53-D5A5-560C-4BBDDA140522}"/>
              </a:ext>
            </a:extLst>
          </p:cNvPr>
          <p:cNvSpPr txBox="1">
            <a:spLocks noGrp="1"/>
          </p:cNvSpPr>
          <p:nvPr>
            <p:ph type="title"/>
          </p:nvPr>
        </p:nvSpPr>
        <p:spPr>
          <a:xfrm>
            <a:off x="435894" y="528843"/>
            <a:ext cx="8272211" cy="892161"/>
          </a:xfrm>
          <a:prstGeom prst="rect">
            <a:avLst/>
          </a:prstGeom>
          <a:noFill/>
          <a:ln>
            <a:noFill/>
          </a:ln>
        </p:spPr>
        <p:txBody>
          <a:bodyPr vert="horz" wrap="square" lIns="91440" tIns="45720" rIns="91440" bIns="45720" anchor="b" anchorCtr="0" compatLnSpc="1">
            <a:normAutofit/>
          </a:bodyPr>
          <a:lstStyle/>
          <a:p>
            <a:pPr lvl="0"/>
            <a:r>
              <a:rPr lang="pt-BR"/>
              <a:t>Clique para editar o título Mestre</a:t>
            </a:r>
            <a:endParaRPr lang="en-US"/>
          </a:p>
        </p:txBody>
      </p:sp>
      <p:sp>
        <p:nvSpPr>
          <p:cNvPr id="3" name="Text Placeholder 2">
            <a:extLst>
              <a:ext uri="{FF2B5EF4-FFF2-40B4-BE49-F238E27FC236}">
                <a16:creationId xmlns:a16="http://schemas.microsoft.com/office/drawing/2014/main" id="{4878B2B2-9AAD-B7B8-9BDD-50DF63E65C41}"/>
              </a:ext>
            </a:extLst>
          </p:cNvPr>
          <p:cNvSpPr txBox="1">
            <a:spLocks noGrp="1"/>
          </p:cNvSpPr>
          <p:nvPr>
            <p:ph type="body" idx="1"/>
          </p:nvPr>
        </p:nvSpPr>
        <p:spPr>
          <a:xfrm>
            <a:off x="435894" y="1751999"/>
            <a:ext cx="8272211" cy="2642094"/>
          </a:xfrm>
          <a:prstGeom prst="rect">
            <a:avLst/>
          </a:prstGeom>
          <a:noFill/>
          <a:ln>
            <a:noFill/>
          </a:ln>
        </p:spPr>
        <p:txBody>
          <a:bodyPr vert="horz" wrap="square" lIns="91440" tIns="45720" rIns="91440" bIns="45720" anchor="ctr" anchorCtr="0" compatLnSpc="1">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a:extLst>
              <a:ext uri="{FF2B5EF4-FFF2-40B4-BE49-F238E27FC236}">
                <a16:creationId xmlns:a16="http://schemas.microsoft.com/office/drawing/2014/main" id="{D677A747-0C04-953B-A9AE-2648C4447DA3}"/>
              </a:ext>
            </a:extLst>
          </p:cNvPr>
          <p:cNvSpPr txBox="1">
            <a:spLocks noGrp="1"/>
          </p:cNvSpPr>
          <p:nvPr>
            <p:ph type="dt" sz="half" idx="2"/>
          </p:nvPr>
        </p:nvSpPr>
        <p:spPr>
          <a:xfrm>
            <a:off x="5704466" y="4467100"/>
            <a:ext cx="2133596" cy="27384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675" b="0" i="0" u="none" strike="noStrike" kern="1200" cap="none" spc="0" baseline="0">
                <a:solidFill>
                  <a:srgbClr val="8AB833"/>
                </a:solidFill>
                <a:uFillTx/>
                <a:latin typeface="Gill Sans MT"/>
              </a:defRPr>
            </a:lvl1pPr>
          </a:lstStyle>
          <a:p>
            <a:pPr lvl="0"/>
            <a:fld id="{3726A1F6-6ECD-4862-9E81-3A62B650659D}" type="datetime1">
              <a:rPr lang="en-US"/>
              <a:pPr lvl="0"/>
              <a:t>4/15/2026</a:t>
            </a:fld>
            <a:endParaRPr lang="en-US"/>
          </a:p>
        </p:txBody>
      </p:sp>
      <p:sp>
        <p:nvSpPr>
          <p:cNvPr id="5" name="Footer Placeholder 4">
            <a:extLst>
              <a:ext uri="{FF2B5EF4-FFF2-40B4-BE49-F238E27FC236}">
                <a16:creationId xmlns:a16="http://schemas.microsoft.com/office/drawing/2014/main" id="{8BDFCF9D-B173-E7A7-CD9A-CFA6DB9149B7}"/>
              </a:ext>
            </a:extLst>
          </p:cNvPr>
          <p:cNvSpPr txBox="1">
            <a:spLocks noGrp="1"/>
          </p:cNvSpPr>
          <p:nvPr>
            <p:ph type="ftr" sz="quarter" idx="3"/>
          </p:nvPr>
        </p:nvSpPr>
        <p:spPr>
          <a:xfrm>
            <a:off x="435894" y="4463863"/>
            <a:ext cx="5187912" cy="273844"/>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675" b="0" i="0" u="none" strike="noStrike" kern="1200" cap="all" spc="0" baseline="0">
                <a:solidFill>
                  <a:srgbClr val="8AB833"/>
                </a:solidFill>
                <a:uFillTx/>
                <a:latin typeface="Gill Sans MT"/>
              </a:defRPr>
            </a:lvl1pPr>
          </a:lstStyle>
          <a:p>
            <a:pPr lvl="0"/>
            <a:endParaRPr lang="en-US"/>
          </a:p>
        </p:txBody>
      </p:sp>
      <p:sp>
        <p:nvSpPr>
          <p:cNvPr id="6" name="Slide Number Placeholder 5">
            <a:extLst>
              <a:ext uri="{FF2B5EF4-FFF2-40B4-BE49-F238E27FC236}">
                <a16:creationId xmlns:a16="http://schemas.microsoft.com/office/drawing/2014/main" id="{4F6EE11C-328E-3BA2-FE88-C535C65DA28D}"/>
              </a:ext>
            </a:extLst>
          </p:cNvPr>
          <p:cNvSpPr txBox="1">
            <a:spLocks noGrp="1"/>
          </p:cNvSpPr>
          <p:nvPr>
            <p:ph type="sldNum" sz="quarter" idx="4"/>
          </p:nvPr>
        </p:nvSpPr>
        <p:spPr>
          <a:xfrm>
            <a:off x="7918722" y="4467100"/>
            <a:ext cx="789383" cy="27384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000" b="0" i="0" u="none" strike="noStrike" kern="1200" cap="none" spc="0" baseline="0">
                <a:solidFill>
                  <a:srgbClr val="CCCCCC"/>
                </a:solidFill>
                <a:uFillTx/>
                <a:latin typeface="Nunito Sans"/>
                <a:ea typeface="Nunito Sans"/>
                <a:cs typeface="Nunito Sans"/>
              </a:defRPr>
            </a:lvl1pPr>
          </a:lstStyle>
          <a:p>
            <a:pPr lvl="0"/>
            <a:fld id="{83AB805D-AB84-40F3-841D-303298F9A154}" type="slidenum">
              <a:t>‹nº›</a:t>
            </a:fld>
            <a:endParaRPr lang="en-US"/>
          </a:p>
        </p:txBody>
      </p:sp>
      <p:sp>
        <p:nvSpPr>
          <p:cNvPr id="7" name="Rectangle 8">
            <a:extLst>
              <a:ext uri="{FF2B5EF4-FFF2-40B4-BE49-F238E27FC236}">
                <a16:creationId xmlns:a16="http://schemas.microsoft.com/office/drawing/2014/main" id="{9C3C9FAD-4D1D-27BC-3E5A-FAA74156E415}"/>
              </a:ext>
            </a:extLst>
          </p:cNvPr>
          <p:cNvSpPr/>
          <p:nvPr/>
        </p:nvSpPr>
        <p:spPr>
          <a:xfrm>
            <a:off x="334899" y="342900"/>
            <a:ext cx="2777490" cy="71250"/>
          </a:xfrm>
          <a:prstGeom prst="rect">
            <a:avLst/>
          </a:prstGeom>
          <a:solidFill>
            <a:srgbClr val="549E3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8" name="Rectangle 9">
            <a:extLst>
              <a:ext uri="{FF2B5EF4-FFF2-40B4-BE49-F238E27FC236}">
                <a16:creationId xmlns:a16="http://schemas.microsoft.com/office/drawing/2014/main" id="{A5A38F53-F28C-C4CC-1BC8-C7C9CEDEBD4B}"/>
              </a:ext>
            </a:extLst>
          </p:cNvPr>
          <p:cNvSpPr/>
          <p:nvPr/>
        </p:nvSpPr>
        <p:spPr>
          <a:xfrm>
            <a:off x="6031611" y="340229"/>
            <a:ext cx="2777490" cy="73920"/>
          </a:xfrm>
          <a:prstGeom prst="rect">
            <a:avLst/>
          </a:prstGeom>
          <a:solidFill>
            <a:srgbClr val="02967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
        <p:nvSpPr>
          <p:cNvPr id="9" name="Rectangle 10">
            <a:extLst>
              <a:ext uri="{FF2B5EF4-FFF2-40B4-BE49-F238E27FC236}">
                <a16:creationId xmlns:a16="http://schemas.microsoft.com/office/drawing/2014/main" id="{47DA76D4-FFBF-2A1D-F965-966C0BF517E6}"/>
              </a:ext>
            </a:extLst>
          </p:cNvPr>
          <p:cNvSpPr/>
          <p:nvPr/>
        </p:nvSpPr>
        <p:spPr>
          <a:xfrm>
            <a:off x="3181371" y="342900"/>
            <a:ext cx="2777490" cy="68580"/>
          </a:xfrm>
          <a:prstGeom prst="rect">
            <a:avLst/>
          </a:prstGeom>
          <a:solidFill>
            <a:srgbClr val="8AB833"/>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800" b="0" i="0" u="none" strike="noStrike" kern="1200" cap="none" spc="0" baseline="0">
              <a:solidFill>
                <a:srgbClr val="000000"/>
              </a:solidFill>
              <a:uFillTx/>
              <a:latin typeface="Apto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marL="0" marR="0" lvl="0" indent="0" algn="l" defTabSz="342900" rtl="0" fontAlgn="auto" hangingPunct="1">
        <a:lnSpc>
          <a:spcPct val="100000"/>
        </a:lnSpc>
        <a:spcBef>
          <a:spcPts val="0"/>
        </a:spcBef>
        <a:spcAft>
          <a:spcPts val="0"/>
        </a:spcAft>
        <a:buNone/>
        <a:tabLst/>
        <a:defRPr lang="pt-BR" sz="2100" b="0" i="0" u="none" strike="noStrike" kern="1200" cap="all" spc="0" baseline="0">
          <a:solidFill>
            <a:srgbClr val="FFFFFF"/>
          </a:solidFill>
          <a:uFillTx/>
          <a:latin typeface="Gill Sans MT"/>
        </a:defRPr>
      </a:lvl1pPr>
    </p:titleStyle>
    <p:bodyStyle>
      <a:lvl1pPr marL="229496" marR="0" lvl="0" indent="-229496" algn="l" defTabSz="342900" rtl="0" fontAlgn="auto" hangingPunct="1">
        <a:lnSpc>
          <a:spcPct val="100000"/>
        </a:lnSpc>
        <a:spcBef>
          <a:spcPts val="300"/>
        </a:spcBef>
        <a:spcAft>
          <a:spcPts val="450"/>
        </a:spcAft>
        <a:buClr>
          <a:srgbClr val="8AB833"/>
        </a:buClr>
        <a:buSzPct val="92000"/>
        <a:buFont typeface="Wingdings 2" pitchFamily="18"/>
        <a:buChar char=""/>
        <a:tabLst/>
        <a:defRPr lang="pt-BR" sz="1350" b="0" i="0" u="none" strike="noStrike" kern="1200" cap="none" spc="0" baseline="0">
          <a:solidFill>
            <a:srgbClr val="455F51"/>
          </a:solidFill>
          <a:uFillTx/>
          <a:latin typeface="Gill Sans MT"/>
        </a:defRPr>
      </a:lvl1pPr>
      <a:lvl2pPr marL="472497" marR="0" lvl="1" indent="-229496" algn="l" defTabSz="342900" rtl="0" fontAlgn="auto" hangingPunct="1">
        <a:lnSpc>
          <a:spcPct val="100000"/>
        </a:lnSpc>
        <a:spcBef>
          <a:spcPts val="300"/>
        </a:spcBef>
        <a:spcAft>
          <a:spcPts val="450"/>
        </a:spcAft>
        <a:buClr>
          <a:srgbClr val="8AB833"/>
        </a:buClr>
        <a:buSzPct val="92000"/>
        <a:buFont typeface="Wingdings 2" pitchFamily="18"/>
        <a:buChar char=""/>
        <a:tabLst/>
        <a:defRPr lang="pt-BR" sz="1200" b="0" i="0" u="none" strike="noStrike" kern="1200" cap="none" spc="0" baseline="0">
          <a:solidFill>
            <a:srgbClr val="455F51"/>
          </a:solidFill>
          <a:uFillTx/>
          <a:latin typeface="Gill Sans MT"/>
        </a:defRPr>
      </a:lvl2pPr>
      <a:lvl3pPr marL="675000" marR="0" lvl="2" indent="-202503" algn="l" defTabSz="342900" rtl="0" fontAlgn="auto" hangingPunct="1">
        <a:lnSpc>
          <a:spcPct val="100000"/>
        </a:lnSpc>
        <a:spcBef>
          <a:spcPts val="300"/>
        </a:spcBef>
        <a:spcAft>
          <a:spcPts val="450"/>
        </a:spcAft>
        <a:buClr>
          <a:srgbClr val="8AB833"/>
        </a:buClr>
        <a:buSzPct val="92000"/>
        <a:buFont typeface="Wingdings 2" pitchFamily="18"/>
        <a:buChar char=""/>
        <a:tabLst/>
        <a:defRPr lang="pt-BR" sz="1050" b="0" i="0" u="none" strike="noStrike" kern="1200" cap="none" spc="0" baseline="0">
          <a:solidFill>
            <a:srgbClr val="455F51"/>
          </a:solidFill>
          <a:uFillTx/>
          <a:latin typeface="Gill Sans MT"/>
        </a:defRPr>
      </a:lvl3pPr>
      <a:lvl4pPr marL="931499" marR="0" lvl="3" indent="-175500" algn="l" defTabSz="342900" rtl="0" fontAlgn="auto" hangingPunct="1">
        <a:lnSpc>
          <a:spcPct val="100000"/>
        </a:lnSpc>
        <a:spcBef>
          <a:spcPts val="200"/>
        </a:spcBef>
        <a:spcAft>
          <a:spcPts val="450"/>
        </a:spcAft>
        <a:buClr>
          <a:srgbClr val="8AB833"/>
        </a:buClr>
        <a:buSzPct val="92000"/>
        <a:buFont typeface="Wingdings 2" pitchFamily="18"/>
        <a:buChar char=""/>
        <a:tabLst/>
        <a:defRPr lang="pt-BR" sz="900" b="0" i="0" u="none" strike="noStrike" kern="1200" cap="none" spc="0" baseline="0">
          <a:solidFill>
            <a:srgbClr val="455F51"/>
          </a:solidFill>
          <a:uFillTx/>
          <a:latin typeface="Gill Sans MT"/>
        </a:defRPr>
      </a:lvl4pPr>
      <a:lvl5pPr marL="1201503" marR="0" lvl="4" indent="-175500" algn="l" defTabSz="342900" rtl="0" fontAlgn="auto" hangingPunct="1">
        <a:lnSpc>
          <a:spcPct val="100000"/>
        </a:lnSpc>
        <a:spcBef>
          <a:spcPts val="200"/>
        </a:spcBef>
        <a:spcAft>
          <a:spcPts val="450"/>
        </a:spcAft>
        <a:buClr>
          <a:srgbClr val="8AB833"/>
        </a:buClr>
        <a:buSzPct val="92000"/>
        <a:buFont typeface="Wingdings 2" pitchFamily="18"/>
        <a:buChar char=""/>
        <a:tabLst/>
        <a:defRPr lang="pt-BR" sz="900" b="0" i="0" u="none" strike="noStrike" kern="1200" cap="none" spc="0" baseline="0">
          <a:solidFill>
            <a:srgbClr val="455F51"/>
          </a:solidFill>
          <a:uFillTx/>
          <a:latin typeface="Gill Sans M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alpha val="60000"/>
          </a:srgbClr>
        </a:solidFill>
        <a:effectLst/>
      </p:bgPr>
    </p:bg>
    <p:spTree>
      <p:nvGrpSpPr>
        <p:cNvPr id="1" name=""/>
        <p:cNvGrpSpPr/>
        <p:nvPr/>
      </p:nvGrpSpPr>
      <p:grpSpPr>
        <a:xfrm>
          <a:off x="0" y="0"/>
          <a:ext cx="0" cy="0"/>
          <a:chOff x="0" y="0"/>
          <a:chExt cx="0" cy="0"/>
        </a:xfrm>
      </p:grpSpPr>
      <p:sp>
        <p:nvSpPr>
          <p:cNvPr id="2" name="Shape 91">
            <a:extLst>
              <a:ext uri="{FF2B5EF4-FFF2-40B4-BE49-F238E27FC236}">
                <a16:creationId xmlns:a16="http://schemas.microsoft.com/office/drawing/2014/main" id="{91C8425A-548B-01FD-D967-387776AEA09E}"/>
              </a:ext>
            </a:extLst>
          </p:cNvPr>
          <p:cNvSpPr txBox="1">
            <a:spLocks noGrp="1"/>
          </p:cNvSpPr>
          <p:nvPr>
            <p:ph type="ctrTitle"/>
          </p:nvPr>
        </p:nvSpPr>
        <p:spPr>
          <a:xfrm>
            <a:off x="1440874" y="1826568"/>
            <a:ext cx="6331525" cy="1026423"/>
          </a:xfrm>
        </p:spPr>
        <p:txBody>
          <a:bodyPr anchorCtr="1">
            <a:noAutofit/>
          </a:bodyPr>
          <a:lstStyle/>
          <a:p>
            <a:pPr lvl="0" algn="ctr"/>
            <a:r>
              <a:rPr lang="en-US">
                <a:solidFill>
                  <a:srgbClr val="233028"/>
                </a:solidFill>
              </a:rPr>
              <a:t>Caso fictício para discussão em telessaúde</a:t>
            </a:r>
          </a:p>
        </p:txBody>
      </p:sp>
      <p:cxnSp>
        <p:nvCxnSpPr>
          <p:cNvPr id="3" name="Straight Connector 13">
            <a:extLst>
              <a:ext uri="{FF2B5EF4-FFF2-40B4-BE49-F238E27FC236}">
                <a16:creationId xmlns:a16="http://schemas.microsoft.com/office/drawing/2014/main" id="{7742AB4F-3A65-91F9-7F58-8067E9430120}"/>
              </a:ext>
            </a:extLst>
          </p:cNvPr>
          <p:cNvCxnSpPr/>
          <p:nvPr/>
        </p:nvCxnSpPr>
        <p:spPr>
          <a:xfrm flipV="1">
            <a:off x="2015657" y="2801182"/>
            <a:ext cx="5112685" cy="17849"/>
          </a:xfrm>
          <a:prstGeom prst="straightConnector1">
            <a:avLst/>
          </a:prstGeom>
          <a:noFill/>
          <a:ln w="22229" cap="rnd">
            <a:solidFill>
              <a:srgbClr val="C2C2C2"/>
            </a:solidFill>
            <a:custDash>
              <a:ds d="900000" sp="0"/>
            </a:custDash>
            <a:miter/>
          </a:ln>
        </p:spPr>
      </p:cxnSp>
      <p:sp>
        <p:nvSpPr>
          <p:cNvPr id="4" name="Shape 91">
            <a:extLst>
              <a:ext uri="{FF2B5EF4-FFF2-40B4-BE49-F238E27FC236}">
                <a16:creationId xmlns:a16="http://schemas.microsoft.com/office/drawing/2014/main" id="{5F71B046-603D-E3C1-AEC6-ACE25649698B}"/>
              </a:ext>
            </a:extLst>
          </p:cNvPr>
          <p:cNvSpPr txBox="1"/>
          <p:nvPr/>
        </p:nvSpPr>
        <p:spPr>
          <a:xfrm>
            <a:off x="1614053" y="2898099"/>
            <a:ext cx="6096003" cy="499253"/>
          </a:xfrm>
          <a:prstGeom prst="rect">
            <a:avLst/>
          </a:prstGeom>
          <a:noFill/>
          <a:ln cap="flat">
            <a:noFill/>
          </a:ln>
        </p:spPr>
        <p:txBody>
          <a:bodyPr vert="horz" wrap="square" lIns="91421" tIns="91421" rIns="91421" bIns="91421" anchor="t" anchorCtr="1" compatLnSpc="1">
            <a:noAutofit/>
          </a:bodyPr>
          <a:lstStyle/>
          <a:p>
            <a:pPr marL="0" marR="0" lvl="0" indent="0" algn="ctr" defTabSz="4572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pt-BR" sz="1600" b="1" i="1" u="none" strike="noStrike" kern="1200" cap="none" spc="0" baseline="0">
                <a:solidFill>
                  <a:srgbClr val="1B1810"/>
                </a:solidFill>
                <a:uFillTx/>
                <a:latin typeface="Nunito Sans"/>
                <a:ea typeface="Nunito Sans"/>
                <a:cs typeface="Georgia"/>
              </a:rPr>
              <a:t>Atendimento remoto em saúde mental: an</a:t>
            </a:r>
            <a:r>
              <a:rPr lang="pt-BR" sz="1600" b="1" i="1" u="none" strike="noStrike" kern="0" cap="none" spc="0" baseline="0">
                <a:solidFill>
                  <a:srgbClr val="1B1810"/>
                </a:solidFill>
                <a:uFillTx/>
                <a:latin typeface="Nunito Sans"/>
                <a:ea typeface="Nunito Sans"/>
                <a:cs typeface="Georgia"/>
              </a:rPr>
              <a:t>álise ética, técnica e legal</a:t>
            </a:r>
            <a:endParaRPr lang="en-US" sz="2000" b="1" i="1" u="none" strike="noStrike" kern="1200" cap="none" spc="0" baseline="0">
              <a:solidFill>
                <a:srgbClr val="1B1810"/>
              </a:solidFill>
              <a:uFillTx/>
              <a:latin typeface="Georgia"/>
              <a:ea typeface="Nunito Sans"/>
              <a:cs typeface="Georgia"/>
            </a:endParaRPr>
          </a:p>
        </p:txBody>
      </p:sp>
      <p:sp>
        <p:nvSpPr>
          <p:cNvPr id="5" name="Rectangle 15">
            <a:extLst>
              <a:ext uri="{FF2B5EF4-FFF2-40B4-BE49-F238E27FC236}">
                <a16:creationId xmlns:a16="http://schemas.microsoft.com/office/drawing/2014/main" id="{BA2C933E-432D-B242-8075-5C877CEB0436}"/>
              </a:ext>
            </a:extLst>
          </p:cNvPr>
          <p:cNvSpPr/>
          <p:nvPr/>
        </p:nvSpPr>
        <p:spPr>
          <a:xfrm>
            <a:off x="1032165" y="3517769"/>
            <a:ext cx="7003471" cy="760981"/>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4572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pt-BR" sz="1000" b="0" i="0" u="none" strike="noStrike" kern="1200" cap="none" spc="-30" baseline="0">
                <a:solidFill>
                  <a:srgbClr val="000000"/>
                </a:solidFill>
                <a:uFillTx/>
                <a:latin typeface="Nunito sans"/>
                <a:cs typeface="Nunito sans"/>
              </a:rPr>
              <a:t>Adriano Freitas Silva, Agustin Rodrigues de Lima, Álvaro Andrade Souza do Amaral, Bruno Cardoso Dantas, Bruno de Medeiros Correa, Bruno Ormonde Lima de Oliveira, Carlos Alberto Pereira Barros, Chrysthian Tadeu Santos Silva, Cícero Santos Souza, Daiana Evangelista La Macchia, Daniel Costa Resnitzky</a:t>
            </a:r>
            <a:endParaRPr lang="pt-BR" sz="1000" b="1" i="0" u="none" strike="noStrike" kern="1200" cap="none" spc="-30" baseline="0">
              <a:solidFill>
                <a:srgbClr val="000000"/>
              </a:solidFill>
              <a:uFillTx/>
              <a:latin typeface="Nunito sans"/>
              <a:cs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6">
    <p:bg>
      <p:bgPr>
        <a:solidFill>
          <a:srgbClr val="FFFFFF">
            <a:alpha val="60000"/>
          </a:srgbClr>
        </a:solidFill>
        <a:effectLst/>
      </p:bgPr>
    </p:bg>
    <p:spTree>
      <p:nvGrpSpPr>
        <p:cNvPr id="1" name=""/>
        <p:cNvGrpSpPr/>
        <p:nvPr/>
      </p:nvGrpSpPr>
      <p:grpSpPr>
        <a:xfrm>
          <a:off x="0" y="0"/>
          <a:ext cx="0" cy="0"/>
          <a:chOff x="0" y="0"/>
          <a:chExt cx="0" cy="0"/>
        </a:xfrm>
      </p:grpSpPr>
      <p:sp>
        <p:nvSpPr>
          <p:cNvPr id="3" name="Shape 138">
            <a:extLst>
              <a:ext uri="{FF2B5EF4-FFF2-40B4-BE49-F238E27FC236}">
                <a16:creationId xmlns:a16="http://schemas.microsoft.com/office/drawing/2014/main" id="{9CFD62DA-DCF1-55AD-576A-9DE2F54B07A6}"/>
              </a:ext>
            </a:extLst>
          </p:cNvPr>
          <p:cNvSpPr txBox="1">
            <a:spLocks noGrp="1"/>
          </p:cNvSpPr>
          <p:nvPr>
            <p:ph type="subTitle" idx="4294967295"/>
          </p:nvPr>
        </p:nvSpPr>
        <p:spPr>
          <a:xfrm>
            <a:off x="556000" y="1862692"/>
            <a:ext cx="8260616" cy="784802"/>
          </a:xfrm>
        </p:spPr>
        <p:txBody>
          <a:bodyPr lIns="91421" tIns="91421" rIns="91421" bIns="91421" anchor="t">
            <a:noAutofit/>
          </a:bodyPr>
          <a:lstStyle/>
          <a:p>
            <a:pPr marL="285750" lvl="0" indent="-285750">
              <a:spcBef>
                <a:spcPts val="0"/>
              </a:spcBef>
              <a:buClr>
                <a:srgbClr val="999999"/>
              </a:buClr>
              <a:buFont typeface="Arial" pitchFamily="34"/>
              <a:buChar char="•"/>
            </a:pPr>
            <a:r>
              <a:rPr lang="pt-BR" sz="1900" dirty="0">
                <a:solidFill>
                  <a:srgbClr val="595959"/>
                </a:solidFill>
                <a:latin typeface=""/>
              </a:rPr>
              <a:t>Usuária, 34 anos, professora da rede pública, procurou suporte remoto relatando sofrimento emocional importante, insônia, crises de ansiedade recorrentes e dificuldade para manter atividades diárias e laborais. </a:t>
            </a:r>
          </a:p>
          <a:p>
            <a:pPr marL="285750" lvl="0" indent="-285750">
              <a:spcBef>
                <a:spcPts val="0"/>
              </a:spcBef>
              <a:buClr>
                <a:srgbClr val="999999"/>
              </a:buClr>
              <a:buFont typeface="Arial" pitchFamily="34"/>
              <a:buChar char="•"/>
            </a:pPr>
            <a:r>
              <a:rPr lang="pt-BR" sz="1900" dirty="0">
                <a:solidFill>
                  <a:srgbClr val="595959"/>
                </a:solidFill>
                <a:latin typeface=""/>
              </a:rPr>
              <a:t>Referia acompanhamento prévio em outro ponto da rede, mas buscou teleatendimento diante da dificuldade de deslocamento e da piora recente do quadro.</a:t>
            </a:r>
          </a:p>
          <a:p>
            <a:pPr marL="285750" lvl="0" indent="-285750">
              <a:spcBef>
                <a:spcPts val="0"/>
              </a:spcBef>
              <a:buClr>
                <a:srgbClr val="999999"/>
              </a:buClr>
              <a:buFont typeface="Arial" pitchFamily="34"/>
              <a:buChar char="•"/>
            </a:pPr>
            <a:r>
              <a:rPr lang="pt-BR" sz="1900" dirty="0">
                <a:solidFill>
                  <a:srgbClr val="595959"/>
                </a:solidFill>
                <a:latin typeface=""/>
              </a:rPr>
              <a:t>O primeiro contato ocorreu por aplicativo de mensagens e, diante da demanda apresentada, foi proposta uma videochamada no mesmo dia.</a:t>
            </a:r>
            <a:endParaRPr lang="pt-BR" sz="1900" i="1" dirty="0">
              <a:solidFill>
                <a:srgbClr val="595959"/>
              </a:solidFill>
              <a:latin typeface=""/>
            </a:endParaRPr>
          </a:p>
        </p:txBody>
      </p:sp>
      <p:sp>
        <p:nvSpPr>
          <p:cNvPr id="6" name="CaixaDeTexto 9">
            <a:extLst>
              <a:ext uri="{FF2B5EF4-FFF2-40B4-BE49-F238E27FC236}">
                <a16:creationId xmlns:a16="http://schemas.microsoft.com/office/drawing/2014/main" id="{5671786C-386B-D1D0-3583-741058C42CFC}"/>
              </a:ext>
            </a:extLst>
          </p:cNvPr>
          <p:cNvSpPr txBox="1"/>
          <p:nvPr/>
        </p:nvSpPr>
        <p:spPr>
          <a:xfrm>
            <a:off x="336959" y="572083"/>
            <a:ext cx="4594576" cy="9387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200" b="1" dirty="0">
                <a:solidFill>
                  <a:srgbClr val="688A26"/>
                </a:solidFill>
                <a:latin typeface="Aptos"/>
              </a:rPr>
              <a:t>1</a:t>
            </a:r>
            <a:r>
              <a:rPr lang="pt-BR" sz="3200" b="1" i="0" u="none" strike="noStrike" kern="1200" cap="none" spc="0" baseline="0" dirty="0">
                <a:solidFill>
                  <a:srgbClr val="688A26"/>
                </a:solidFill>
                <a:uFillTx/>
                <a:latin typeface="Apto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2300" b="1" cap="all" dirty="0">
                <a:solidFill>
                  <a:srgbClr val="233028"/>
                </a:solidFill>
                <a:latin typeface="Gill Sans MT"/>
              </a:rPr>
              <a:t>Apresentação do caso</a:t>
            </a:r>
            <a:endParaRPr lang="pt-BR" sz="2300" b="1" i="0" u="none" strike="noStrike" kern="1200" cap="all" spc="0" baseline="0" dirty="0">
              <a:solidFill>
                <a:srgbClr val="233028"/>
              </a:solidFill>
              <a:uFillTx/>
              <a:latin typeface="Gill Sans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8">
    <p:bg>
      <p:bgPr>
        <a:solidFill>
          <a:srgbClr val="FFFFFF"/>
        </a:solidFill>
        <a:effectLst/>
      </p:bgPr>
    </p:bg>
    <p:spTree>
      <p:nvGrpSpPr>
        <p:cNvPr id="1" name=""/>
        <p:cNvGrpSpPr/>
        <p:nvPr/>
      </p:nvGrpSpPr>
      <p:grpSpPr>
        <a:xfrm>
          <a:off x="0" y="0"/>
          <a:ext cx="0" cy="0"/>
          <a:chOff x="0" y="0"/>
          <a:chExt cx="0" cy="0"/>
        </a:xfrm>
      </p:grpSpPr>
      <p:sp>
        <p:nvSpPr>
          <p:cNvPr id="2" name="Shape 151">
            <a:extLst>
              <a:ext uri="{FF2B5EF4-FFF2-40B4-BE49-F238E27FC236}">
                <a16:creationId xmlns:a16="http://schemas.microsoft.com/office/drawing/2014/main" id="{DDD6D24E-845F-EE7C-E56D-A01D5149B60E}"/>
              </a:ext>
            </a:extLst>
          </p:cNvPr>
          <p:cNvSpPr txBox="1">
            <a:spLocks noGrp="1"/>
          </p:cNvSpPr>
          <p:nvPr>
            <p:ph type="body" idx="4294967295"/>
          </p:nvPr>
        </p:nvSpPr>
        <p:spPr>
          <a:xfrm>
            <a:off x="666021" y="1802904"/>
            <a:ext cx="7515453" cy="2765099"/>
          </a:xfrm>
        </p:spPr>
        <p:txBody>
          <a:bodyPr lIns="91421" tIns="91421" rIns="91421" bIns="91421" anchor="t">
            <a:noAutofit/>
          </a:bodyPr>
          <a:lstStyle/>
          <a:p>
            <a:pPr marL="457200" lvl="0" indent="-304796">
              <a:spcBef>
                <a:spcPts val="0"/>
              </a:spcBef>
              <a:spcAft>
                <a:spcPts val="1000"/>
              </a:spcAft>
              <a:buSzPct val="100000"/>
            </a:pPr>
            <a:r>
              <a:rPr lang="pt-BR" sz="1600" dirty="0">
                <a:solidFill>
                  <a:srgbClr val="595959"/>
                </a:solidFill>
              </a:rPr>
              <a:t>A videochamada foi realizada a partir do celular da profissional, durante plantão, em espaço disponível na unidade hospitalar.</a:t>
            </a:r>
          </a:p>
          <a:p>
            <a:pPr marL="457200" lvl="0" indent="-304796">
              <a:spcBef>
                <a:spcPts val="0"/>
              </a:spcBef>
              <a:spcAft>
                <a:spcPts val="1000"/>
              </a:spcAft>
              <a:buSzPct val="100000"/>
            </a:pPr>
            <a:r>
              <a:rPr lang="pt-BR" sz="1600" dirty="0">
                <a:solidFill>
                  <a:srgbClr val="595959"/>
                </a:solidFill>
              </a:rPr>
              <a:t>Ao longo da consulta, ocorreram interrupções breves, circulação de pessoas no entorno e oscilações de conexão, exigindo repetição de informações clínicas.</a:t>
            </a:r>
          </a:p>
          <a:p>
            <a:pPr marL="457200" lvl="0" indent="-304796">
              <a:spcBef>
                <a:spcPts val="0"/>
              </a:spcBef>
              <a:spcAft>
                <a:spcPts val="1000"/>
              </a:spcAft>
              <a:buSzPct val="100000"/>
            </a:pPr>
            <a:r>
              <a:rPr lang="pt-BR" sz="1600" dirty="0">
                <a:solidFill>
                  <a:srgbClr val="595959"/>
                </a:solidFill>
              </a:rPr>
              <a:t>Para compreender o tratamento anterior, foram solicitadas imagens de receitas e medicamentos pelo mesmo aplicativo utilizado no contato inicial.</a:t>
            </a:r>
          </a:p>
          <a:p>
            <a:pPr marL="457200" lvl="0" indent="-304796">
              <a:spcBef>
                <a:spcPts val="0"/>
              </a:spcBef>
              <a:spcAft>
                <a:spcPts val="1000"/>
              </a:spcAft>
              <a:buSzPct val="100000"/>
            </a:pPr>
            <a:r>
              <a:rPr lang="pt-BR" sz="1600" dirty="0">
                <a:solidFill>
                  <a:srgbClr val="595959"/>
                </a:solidFill>
              </a:rPr>
              <a:t>Ao final, houve orientações ajuste de conduta medicamentosa e sugestão de seguimento na rede de atenção psicossocial, com registro posterior em prontuário eletrônico.</a:t>
            </a:r>
          </a:p>
        </p:txBody>
      </p:sp>
      <p:sp>
        <p:nvSpPr>
          <p:cNvPr id="4" name="CaixaDeTexto 9">
            <a:extLst>
              <a:ext uri="{FF2B5EF4-FFF2-40B4-BE49-F238E27FC236}">
                <a16:creationId xmlns:a16="http://schemas.microsoft.com/office/drawing/2014/main" id="{3017570E-D32B-0077-1ABC-CF49AE6AB405}"/>
              </a:ext>
            </a:extLst>
          </p:cNvPr>
          <p:cNvSpPr txBox="1"/>
          <p:nvPr/>
        </p:nvSpPr>
        <p:spPr>
          <a:xfrm>
            <a:off x="336958" y="572083"/>
            <a:ext cx="6479477" cy="9387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200" b="1" dirty="0">
                <a:solidFill>
                  <a:srgbClr val="688A26"/>
                </a:solidFill>
                <a:latin typeface="Aptos"/>
              </a:rPr>
              <a:t>2</a:t>
            </a:r>
            <a:r>
              <a:rPr lang="pt-BR" sz="3200" b="1" i="0" u="none" strike="noStrike" kern="1200" cap="none" spc="0" baseline="0" dirty="0">
                <a:solidFill>
                  <a:srgbClr val="688A26"/>
                </a:solidFill>
                <a:uFillTx/>
                <a:latin typeface="Apto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2300" b="1" cap="all" dirty="0">
                <a:solidFill>
                  <a:srgbClr val="233028"/>
                </a:solidFill>
                <a:latin typeface="Gill Sans MT"/>
              </a:rPr>
              <a:t>Desenvolvimento do atendimento</a:t>
            </a:r>
            <a:endParaRPr lang="pt-BR" sz="2300" b="1" i="0" u="none" strike="noStrike" kern="1200" cap="all" spc="0" baseline="0" dirty="0">
              <a:solidFill>
                <a:srgbClr val="233028"/>
              </a:solidFill>
              <a:uFillTx/>
              <a:latin typeface="Gill Sans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151">
            <a:extLst>
              <a:ext uri="{FF2B5EF4-FFF2-40B4-BE49-F238E27FC236}">
                <a16:creationId xmlns:a16="http://schemas.microsoft.com/office/drawing/2014/main" id="{DDD6D24E-845F-EE7C-E56D-A01D5149B60E}"/>
              </a:ext>
            </a:extLst>
          </p:cNvPr>
          <p:cNvSpPr txBox="1">
            <a:spLocks noGrp="1"/>
          </p:cNvSpPr>
          <p:nvPr>
            <p:ph type="body" idx="4294967295"/>
          </p:nvPr>
        </p:nvSpPr>
        <p:spPr>
          <a:xfrm>
            <a:off x="735294" y="1646991"/>
            <a:ext cx="7515453" cy="2765099"/>
          </a:xfrm>
        </p:spPr>
        <p:txBody>
          <a:bodyPr lIns="91421" tIns="91421" rIns="91421" bIns="91421" anchor="t">
            <a:noAutofit/>
          </a:bodyPr>
          <a:lstStyle/>
          <a:p>
            <a:pPr lvl="0">
              <a:spcBef>
                <a:spcPts val="0"/>
              </a:spcBef>
              <a:buNone/>
            </a:pPr>
            <a:r>
              <a:rPr lang="pt-BR" sz="1600" dirty="0">
                <a:solidFill>
                  <a:srgbClr val="595959"/>
                </a:solidFill>
              </a:rPr>
              <a:t>Aspectos observáveis no caso: </a:t>
            </a:r>
          </a:p>
          <a:p>
            <a:pPr lvl="0">
              <a:spcBef>
                <a:spcPts val="0"/>
              </a:spcBef>
              <a:buNone/>
            </a:pPr>
            <a:endParaRPr lang="pt-BR" sz="1600" dirty="0">
              <a:solidFill>
                <a:srgbClr val="595959"/>
              </a:solidFill>
            </a:endParaRPr>
          </a:p>
          <a:p>
            <a:pPr marL="457200" lvl="0" indent="-304796">
              <a:spcBef>
                <a:spcPts val="0"/>
              </a:spcBef>
              <a:spcAft>
                <a:spcPts val="1000"/>
              </a:spcAft>
              <a:buSzPct val="100000"/>
            </a:pPr>
            <a:r>
              <a:rPr lang="pt-BR" sz="1600" dirty="0">
                <a:solidFill>
                  <a:srgbClr val="595959"/>
                </a:solidFill>
              </a:rPr>
              <a:t>canal utilizado para iniciar e manter o atendimento</a:t>
            </a:r>
          </a:p>
          <a:p>
            <a:pPr marL="457200" lvl="0" indent="-304796">
              <a:spcBef>
                <a:spcPts val="0"/>
              </a:spcBef>
              <a:spcAft>
                <a:spcPts val="1000"/>
              </a:spcAft>
              <a:buSzPct val="100000"/>
            </a:pPr>
            <a:r>
              <a:rPr lang="pt-BR" sz="1600" dirty="0">
                <a:solidFill>
                  <a:srgbClr val="595959"/>
                </a:solidFill>
              </a:rPr>
              <a:t>ambiente em que a consulta foi realizada</a:t>
            </a:r>
          </a:p>
          <a:p>
            <a:pPr marL="457200" lvl="0" indent="-304796">
              <a:spcBef>
                <a:spcPts val="0"/>
              </a:spcBef>
              <a:spcAft>
                <a:spcPts val="1000"/>
              </a:spcAft>
              <a:buSzPct val="100000"/>
            </a:pPr>
            <a:r>
              <a:rPr lang="pt-BR" sz="1600" dirty="0">
                <a:solidFill>
                  <a:srgbClr val="595959"/>
                </a:solidFill>
              </a:rPr>
              <a:t>qualidade e estabilidade da comunicação</a:t>
            </a:r>
          </a:p>
          <a:p>
            <a:pPr marL="457200" lvl="0" indent="-304796">
              <a:spcBef>
                <a:spcPts val="0"/>
              </a:spcBef>
              <a:spcAft>
                <a:spcPts val="1000"/>
              </a:spcAft>
              <a:buSzPct val="100000"/>
            </a:pPr>
            <a:r>
              <a:rPr lang="pt-BR" sz="1600" dirty="0">
                <a:solidFill>
                  <a:srgbClr val="595959"/>
                </a:solidFill>
              </a:rPr>
              <a:t>troca de imagens e dados clínicos</a:t>
            </a:r>
          </a:p>
          <a:p>
            <a:pPr marL="457200" lvl="0" indent="-304796">
              <a:spcBef>
                <a:spcPts val="0"/>
              </a:spcBef>
              <a:spcAft>
                <a:spcPts val="1000"/>
              </a:spcAft>
              <a:buSzPct val="100000"/>
            </a:pPr>
            <a:r>
              <a:rPr lang="pt-BR" sz="1600" dirty="0">
                <a:solidFill>
                  <a:srgbClr val="595959"/>
                </a:solidFill>
              </a:rPr>
              <a:t>registro do atendimento e seguimento</a:t>
            </a:r>
          </a:p>
          <a:p>
            <a:pPr marL="457200" lvl="0" indent="-304796">
              <a:spcBef>
                <a:spcPts val="0"/>
              </a:spcBef>
              <a:spcAft>
                <a:spcPts val="1000"/>
              </a:spcAft>
              <a:buSzPct val="100000"/>
            </a:pPr>
            <a:r>
              <a:rPr lang="pt-BR" sz="1600" dirty="0">
                <a:solidFill>
                  <a:srgbClr val="595959"/>
                </a:solidFill>
              </a:rPr>
              <a:t>limites da conduta profissional em teleatendimento</a:t>
            </a:r>
          </a:p>
        </p:txBody>
      </p:sp>
      <p:sp>
        <p:nvSpPr>
          <p:cNvPr id="4" name="CaixaDeTexto 9">
            <a:extLst>
              <a:ext uri="{FF2B5EF4-FFF2-40B4-BE49-F238E27FC236}">
                <a16:creationId xmlns:a16="http://schemas.microsoft.com/office/drawing/2014/main" id="{82277F4C-097C-DFA7-0373-827FF621AAF0}"/>
              </a:ext>
            </a:extLst>
          </p:cNvPr>
          <p:cNvSpPr txBox="1"/>
          <p:nvPr/>
        </p:nvSpPr>
        <p:spPr>
          <a:xfrm>
            <a:off x="336959" y="572083"/>
            <a:ext cx="6070768" cy="9387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200" b="1" dirty="0">
                <a:solidFill>
                  <a:srgbClr val="688A26"/>
                </a:solidFill>
                <a:latin typeface="Aptos"/>
              </a:rPr>
              <a:t>3</a:t>
            </a:r>
            <a:r>
              <a:rPr lang="pt-BR" sz="3200" b="1" i="0" u="none" strike="noStrike" kern="1200" cap="none" spc="0" baseline="0" dirty="0">
                <a:solidFill>
                  <a:srgbClr val="688A26"/>
                </a:solidFill>
                <a:uFillTx/>
                <a:latin typeface="Apto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2300" b="1" i="0" u="none" strike="noStrike" kern="1200" cap="all" spc="0" baseline="0" dirty="0">
                <a:solidFill>
                  <a:srgbClr val="233028"/>
                </a:solidFill>
                <a:uFillTx/>
                <a:latin typeface="Gill Sans MT"/>
              </a:rPr>
              <a:t>Pontos de atenção para análise</a:t>
            </a:r>
          </a:p>
        </p:txBody>
      </p:sp>
    </p:spTree>
    <p:extLst>
      <p:ext uri="{BB962C8B-B14F-4D97-AF65-F5344CB8AC3E}">
        <p14:creationId xmlns:p14="http://schemas.microsoft.com/office/powerpoint/2010/main" val="148309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151">
            <a:extLst>
              <a:ext uri="{FF2B5EF4-FFF2-40B4-BE49-F238E27FC236}">
                <a16:creationId xmlns:a16="http://schemas.microsoft.com/office/drawing/2014/main" id="{DDD6D24E-845F-EE7C-E56D-A01D5149B60E}"/>
              </a:ext>
            </a:extLst>
          </p:cNvPr>
          <p:cNvSpPr txBox="1">
            <a:spLocks noGrp="1"/>
          </p:cNvSpPr>
          <p:nvPr>
            <p:ph type="body" idx="4294967295"/>
          </p:nvPr>
        </p:nvSpPr>
        <p:spPr>
          <a:xfrm>
            <a:off x="714512" y="1886031"/>
            <a:ext cx="7515453" cy="2765099"/>
          </a:xfrm>
        </p:spPr>
        <p:txBody>
          <a:bodyPr lIns="91421" tIns="91421" rIns="91421" bIns="91421" anchor="t">
            <a:noAutofit/>
          </a:bodyPr>
          <a:lstStyle/>
          <a:p>
            <a:pPr lvl="0">
              <a:spcBef>
                <a:spcPts val="0"/>
              </a:spcBef>
              <a:buNone/>
            </a:pPr>
            <a:r>
              <a:rPr lang="pt-BR" sz="1600" dirty="0">
                <a:solidFill>
                  <a:srgbClr val="595959"/>
                </a:solidFill>
              </a:rPr>
              <a:t>Como esse caso pode ser analisado no campo da Saúde Digital?</a:t>
            </a:r>
          </a:p>
          <a:p>
            <a:pPr lvl="0">
              <a:spcBef>
                <a:spcPts val="0"/>
              </a:spcBef>
              <a:buNone/>
            </a:pPr>
            <a:endParaRPr lang="pt-BR" sz="1600" dirty="0">
              <a:solidFill>
                <a:srgbClr val="595959"/>
              </a:solidFill>
            </a:endParaRPr>
          </a:p>
          <a:p>
            <a:pPr marL="457200" lvl="0" indent="-304796">
              <a:spcBef>
                <a:spcPts val="0"/>
              </a:spcBef>
              <a:spcAft>
                <a:spcPts val="1000"/>
              </a:spcAft>
              <a:buSzPct val="100000"/>
            </a:pPr>
            <a:r>
              <a:rPr lang="pt-BR" sz="1600" dirty="0">
                <a:solidFill>
                  <a:srgbClr val="595959"/>
                </a:solidFill>
              </a:rPr>
              <a:t>Houve condições adequadas de privacidade e confidencialidade?</a:t>
            </a:r>
          </a:p>
          <a:p>
            <a:pPr marL="457200" lvl="0" indent="-304796">
              <a:spcBef>
                <a:spcPts val="0"/>
              </a:spcBef>
              <a:spcAft>
                <a:spcPts val="1000"/>
              </a:spcAft>
              <a:buSzPct val="100000"/>
            </a:pPr>
            <a:r>
              <a:rPr lang="pt-BR" sz="1600" dirty="0">
                <a:solidFill>
                  <a:srgbClr val="595959"/>
                </a:solidFill>
              </a:rPr>
              <a:t>O meio tecnológico adotado era compatível com a complexidade da demanda?</a:t>
            </a:r>
          </a:p>
          <a:p>
            <a:pPr marL="457200" lvl="0" indent="-304796">
              <a:spcBef>
                <a:spcPts val="0"/>
              </a:spcBef>
              <a:spcAft>
                <a:spcPts val="1000"/>
              </a:spcAft>
              <a:buSzPct val="100000"/>
            </a:pPr>
            <a:r>
              <a:rPr lang="pt-BR" sz="1600" dirty="0">
                <a:solidFill>
                  <a:srgbClr val="595959"/>
                </a:solidFill>
              </a:rPr>
              <a:t>Como deveriam ocorrer consentimento, registro, segurança da informação e continuidade do cuidado?</a:t>
            </a:r>
          </a:p>
        </p:txBody>
      </p:sp>
      <p:sp>
        <p:nvSpPr>
          <p:cNvPr id="4" name="CaixaDeTexto 9">
            <a:extLst>
              <a:ext uri="{FF2B5EF4-FFF2-40B4-BE49-F238E27FC236}">
                <a16:creationId xmlns:a16="http://schemas.microsoft.com/office/drawing/2014/main" id="{33CC46F2-A812-3525-F82A-99DC8CCC9112}"/>
              </a:ext>
            </a:extLst>
          </p:cNvPr>
          <p:cNvSpPr txBox="1"/>
          <p:nvPr/>
        </p:nvSpPr>
        <p:spPr>
          <a:xfrm>
            <a:off x="336959" y="572083"/>
            <a:ext cx="4594576" cy="9387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3200" b="1" dirty="0">
                <a:solidFill>
                  <a:srgbClr val="688A26"/>
                </a:solidFill>
                <a:latin typeface="Aptos"/>
              </a:rPr>
              <a:t>4</a:t>
            </a:r>
            <a:r>
              <a:rPr lang="pt-BR" sz="3200" b="1" i="0" u="none" strike="noStrike" kern="1200" cap="none" spc="0" baseline="0" dirty="0">
                <a:solidFill>
                  <a:srgbClr val="688A26"/>
                </a:solidFill>
                <a:uFillTx/>
                <a:latin typeface="Apto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2300" b="1" cap="all" dirty="0">
                <a:solidFill>
                  <a:srgbClr val="233028"/>
                </a:solidFill>
                <a:latin typeface="Gill Sans MT"/>
              </a:rPr>
              <a:t>Eixos de discussão</a:t>
            </a:r>
            <a:endParaRPr lang="pt-BR" sz="2300" b="1" i="0" u="none" strike="noStrike" kern="1200" cap="all" spc="0" baseline="0" dirty="0">
              <a:solidFill>
                <a:srgbClr val="233028"/>
              </a:solidFill>
              <a:uFillTx/>
              <a:latin typeface="Gill Sans MT"/>
            </a:endParaRPr>
          </a:p>
        </p:txBody>
      </p:sp>
    </p:spTree>
    <p:extLst>
      <p:ext uri="{BB962C8B-B14F-4D97-AF65-F5344CB8AC3E}">
        <p14:creationId xmlns:p14="http://schemas.microsoft.com/office/powerpoint/2010/main" val="238182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151">
            <a:extLst>
              <a:ext uri="{FF2B5EF4-FFF2-40B4-BE49-F238E27FC236}">
                <a16:creationId xmlns:a16="http://schemas.microsoft.com/office/drawing/2014/main" id="{DDD6D24E-845F-EE7C-E56D-A01D5149B60E}"/>
              </a:ext>
            </a:extLst>
          </p:cNvPr>
          <p:cNvSpPr txBox="1">
            <a:spLocks noGrp="1"/>
          </p:cNvSpPr>
          <p:nvPr>
            <p:ph type="body" idx="4294967295"/>
          </p:nvPr>
        </p:nvSpPr>
        <p:spPr>
          <a:xfrm>
            <a:off x="714512" y="2057400"/>
            <a:ext cx="7515453" cy="2205803"/>
          </a:xfrm>
        </p:spPr>
        <p:txBody>
          <a:bodyPr lIns="91421" tIns="91421" rIns="91421" bIns="91421" anchor="t">
            <a:noAutofit/>
          </a:bodyPr>
          <a:lstStyle/>
          <a:p>
            <a:pPr lvl="0">
              <a:spcBef>
                <a:spcPts val="0"/>
              </a:spcBef>
              <a:buNone/>
            </a:pPr>
            <a:r>
              <a:rPr lang="pt-BR" sz="1600" dirty="0">
                <a:solidFill>
                  <a:srgbClr val="595959"/>
                </a:solidFill>
              </a:rPr>
              <a:t>O caso ilustra como decisões aparentemente práticas e acessíveis no teleatendimento podem gerar questões relevantes de ordem ética, técnica, legal e assistencial.</a:t>
            </a:r>
          </a:p>
        </p:txBody>
      </p:sp>
      <p:sp>
        <p:nvSpPr>
          <p:cNvPr id="4" name="CaixaDeTexto 9">
            <a:extLst>
              <a:ext uri="{FF2B5EF4-FFF2-40B4-BE49-F238E27FC236}">
                <a16:creationId xmlns:a16="http://schemas.microsoft.com/office/drawing/2014/main" id="{881E0D7A-D933-EF51-43AD-98D9844376CD}"/>
              </a:ext>
            </a:extLst>
          </p:cNvPr>
          <p:cNvSpPr txBox="1"/>
          <p:nvPr/>
        </p:nvSpPr>
        <p:spPr>
          <a:xfrm>
            <a:off x="336959" y="572083"/>
            <a:ext cx="4594576" cy="93872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1" i="0" u="none" strike="noStrike" kern="1200" cap="none" spc="0" baseline="0" dirty="0">
                <a:solidFill>
                  <a:srgbClr val="688A26"/>
                </a:solidFill>
                <a:uFillTx/>
                <a:latin typeface="Aptos"/>
              </a:rPr>
              <a:t>5.</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2300" b="1" i="0" u="none" strike="noStrike" kern="1200" cap="all" spc="0" baseline="0" dirty="0">
                <a:solidFill>
                  <a:srgbClr val="233028"/>
                </a:solidFill>
                <a:uFillTx/>
                <a:latin typeface="Gill Sans MT"/>
              </a:rPr>
              <a:t>fechamento</a:t>
            </a:r>
          </a:p>
        </p:txBody>
      </p:sp>
    </p:spTree>
    <p:extLst>
      <p:ext uri="{BB962C8B-B14F-4D97-AF65-F5344CB8AC3E}">
        <p14:creationId xmlns:p14="http://schemas.microsoft.com/office/powerpoint/2010/main" val="3775981509"/>
      </p:ext>
    </p:extLst>
  </p:cSld>
  <p:clrMapOvr>
    <a:masterClrMapping/>
  </p:clrMapOvr>
</p:sld>
</file>

<file path=ppt/theme/theme1.xml><?xml version="1.0" encoding="utf-8"?>
<a:theme xmlns:a="http://schemas.openxmlformats.org/drawingml/2006/main" name="Dividen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4989</TotalTime>
  <Words>382</Words>
  <Application>Microsoft Office PowerPoint</Application>
  <PresentationFormat>Apresentação na tela (16:9)</PresentationFormat>
  <Paragraphs>34</Paragraphs>
  <Slides>6</Slides>
  <Notes>6</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6</vt:i4>
      </vt:variant>
    </vt:vector>
  </HeadingPairs>
  <TitlesOfParts>
    <vt:vector size="14" baseType="lpstr">
      <vt:lpstr>Aptos</vt:lpstr>
      <vt:lpstr>Arial</vt:lpstr>
      <vt:lpstr>Georgia</vt:lpstr>
      <vt:lpstr>Gill Sans MT</vt:lpstr>
      <vt:lpstr>Nunito Sans</vt:lpstr>
      <vt:lpstr>Nunito Sans</vt:lpstr>
      <vt:lpstr>Wingdings 2</vt:lpstr>
      <vt:lpstr>Dividendo</vt:lpstr>
      <vt:lpstr>Caso fictício para discussão em telessaúde</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(OR SLIDEDOC) TITLE</dc:title>
  <dc:creator>Alexandra Monteiro</dc:creator>
  <cp:lastModifiedBy>Adriano Freitas Silva</cp:lastModifiedBy>
  <cp:revision>67</cp:revision>
  <dcterms:modified xsi:type="dcterms:W3CDTF">2026-04-15T17:29:06Z</dcterms:modified>
</cp:coreProperties>
</file>